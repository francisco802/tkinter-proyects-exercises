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56" r:id="rId5"/>
    <p:sldId id="257" r:id="rId6"/>
    <p:sldId id="262" r:id="rId7"/>
    <p:sldId id="258" r:id="rId8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9C2210-E899-7FB0-936A-F04D09042D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7C3752-3F23-666C-3400-A67FA64FF6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65A7E5F-ED7B-9790-45F6-757180DBD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A1D01-20C1-490B-B93D-D9EB58D2B182}" type="datetimeFigureOut">
              <a:rPr lang="es-MX" smtClean="0"/>
              <a:t>17/08/2024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75F0E6A-284C-07BF-11A2-841B5CFAF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647FD74-6689-2B0A-7788-53E9AAF5C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4CCEF-C926-4B35-91BC-76781B7D45E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85833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553210-46E1-4316-352C-489748CFC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0394AAE-EBC6-28FB-0745-79BE12706A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A82E07E-6AAD-B1B4-5920-44CAE6A64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A1D01-20C1-490B-B93D-D9EB58D2B182}" type="datetimeFigureOut">
              <a:rPr lang="es-MX" smtClean="0"/>
              <a:t>17/08/2024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53800B3-7424-FCF5-71C6-F61EC6173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29E1001-E6D2-7A08-08B7-C5ED01343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4CCEF-C926-4B35-91BC-76781B7D45E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73216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543388-2DED-7708-09A3-E843414BB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A20DFD1-6A90-B0B0-78EA-756927A630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5F1BE8-4A01-3BB4-90EC-C69499CDB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A1D01-20C1-490B-B93D-D9EB58D2B182}" type="datetimeFigureOut">
              <a:rPr lang="es-MX" smtClean="0"/>
              <a:t>17/08/2024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F1E6CC9-3F60-EA6C-95E8-34CE67E23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11485A-9F32-0D58-C384-E0B48AF18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4CCEF-C926-4B35-91BC-76781B7D45E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68455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96EEE2-6FD3-8D6E-7809-A05D35F01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59BCFA5-222B-F260-2047-CF2CCB89F5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8683416-C923-0DE6-80CC-0C6AF9053B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BE7D4DC-105D-DF71-C6F2-174354105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A1D01-20C1-490B-B93D-D9EB58D2B182}" type="datetimeFigureOut">
              <a:rPr lang="es-MX" smtClean="0"/>
              <a:t>17/08/2024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A3A8983-F7D5-2FF1-B2C5-B363021BB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5A359DD-985E-EB88-A341-3AF2A3492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4CCEF-C926-4B35-91BC-76781B7D45E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92622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63746B-723C-04F5-FE79-B83D70F0E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1D55F58-66BF-DE70-E15A-DD1BC2C9DD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F855454-C520-D152-73E1-4CD58FDF2C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29CB559-F965-C83A-D023-B459B647D9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05F6099-A970-5133-CA64-443FADB61D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9BC7A7A-8188-BBEC-EA66-B2737805A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A1D01-20C1-490B-B93D-D9EB58D2B182}" type="datetimeFigureOut">
              <a:rPr lang="es-MX" smtClean="0"/>
              <a:t>17/08/2024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572C10C-14F5-D085-D5B7-7856EBF11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E6F6586-4140-4B21-07B4-48FEF0721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4CCEF-C926-4B35-91BC-76781B7D45E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16506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8B5DA9-B9F7-C37F-5A6E-64F266F53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8EEDEF3-D21C-E7B4-9191-AA3DA03DA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A1D01-20C1-490B-B93D-D9EB58D2B182}" type="datetimeFigureOut">
              <a:rPr lang="es-MX" smtClean="0"/>
              <a:t>17/08/2024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3088F71-00F9-3E68-2CD2-2F467AC95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A1E332D-D5E2-3195-3E63-FCDBBEF3F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4CCEF-C926-4B35-91BC-76781B7D45E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35669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9BAFC40-3604-1F47-71CB-4C10A1787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A1D01-20C1-490B-B93D-D9EB58D2B182}" type="datetimeFigureOut">
              <a:rPr lang="es-MX" smtClean="0"/>
              <a:t>17/08/2024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238D74F-F21D-C26D-6353-895780BF8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7A5E3D4-2D75-E706-8BD5-B9B3926C7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4CCEF-C926-4B35-91BC-76781B7D45E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69743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D122DD-D7F4-7AA9-0E26-417C43574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28FC293-792B-EA82-FC69-B907FC6227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A8694C8-8A73-AEE5-3539-728E1FC00D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54A4CE2-7F8C-6F77-58DC-0429B581F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A1D01-20C1-490B-B93D-D9EB58D2B182}" type="datetimeFigureOut">
              <a:rPr lang="es-MX" smtClean="0"/>
              <a:t>17/08/2024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CC57B63-FC0E-5912-0D55-F8A0AD056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630DA8C-9EEC-C69A-65BF-924631B7A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4CCEF-C926-4B35-91BC-76781B7D45E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31512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4DB210-8550-67BF-D747-ED6237FB8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D0A396B-BE20-752E-C595-4BBA31E67A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D72113C-D1C8-7BE0-E2EE-D805D68818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3DC12AD-098C-78C1-80E5-82DB447B7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A1D01-20C1-490B-B93D-D9EB58D2B182}" type="datetimeFigureOut">
              <a:rPr lang="es-MX" smtClean="0"/>
              <a:t>17/08/2024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D3A34B0-3301-3650-2A67-6283EE464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F4A9A26-4B3E-35B3-6B27-E8B35393B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4CCEF-C926-4B35-91BC-76781B7D45E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90565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5256DE-A60D-F9EC-9A79-3B4BEDEC2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9138ED5-11D4-BE4A-9830-6DC425D87E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77715A7-E02D-AA63-CAC9-6A2F6F0AA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A1D01-20C1-490B-B93D-D9EB58D2B182}" type="datetimeFigureOut">
              <a:rPr lang="es-MX" smtClean="0"/>
              <a:t>17/08/2024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A9D7A2-09FD-F3CF-62E0-F2D6167B8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9034DF7-6344-2207-333D-9D5DDA48A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4CCEF-C926-4B35-91BC-76781B7D45E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78307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0C74644-62C2-7E6B-D931-E60F4AD1F9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555A1E6-A7E7-B57C-33CA-1E26C01A38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9575620-480F-A8FF-D910-148EF66DC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A1D01-20C1-490B-B93D-D9EB58D2B182}" type="datetimeFigureOut">
              <a:rPr lang="es-MX" smtClean="0"/>
              <a:t>17/08/2024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A42BED2-9FE7-5C83-7340-96F5D2DCF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6B4A472-C5A8-5BD5-E912-288660C2B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4CCEF-C926-4B35-91BC-76781B7D45E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00919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116DD97-3E9D-1923-D8CD-DEE6CF33A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CA14076-FE42-3356-4C0E-66A43AC8B7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E1E0C8-3B9F-4273-55C8-2B30390EAC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6A1D01-20C1-490B-B93D-D9EB58D2B182}" type="datetimeFigureOut">
              <a:rPr lang="es-MX" smtClean="0"/>
              <a:t>17/08/2024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E75F98-D53E-2563-D4CC-EE16C83ABB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2920CC6-3C0C-2968-A9D3-D333F3E875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B4CCEF-C926-4B35-91BC-76781B7D45E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22946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>
            <a:extLst>
              <a:ext uri="{FF2B5EF4-FFF2-40B4-BE49-F238E27FC236}">
                <a16:creationId xmlns:a16="http://schemas.microsoft.com/office/drawing/2014/main" id="{F6555F23-716A-CE7D-1118-92D5B451E6A9}"/>
              </a:ext>
            </a:extLst>
          </p:cNvPr>
          <p:cNvSpPr/>
          <p:nvPr/>
        </p:nvSpPr>
        <p:spPr>
          <a:xfrm>
            <a:off x="2329008" y="2333622"/>
            <a:ext cx="2219325" cy="2219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21" name="Grupo 20">
            <a:extLst>
              <a:ext uri="{FF2B5EF4-FFF2-40B4-BE49-F238E27FC236}">
                <a16:creationId xmlns:a16="http://schemas.microsoft.com/office/drawing/2014/main" id="{F2E531AB-AF5D-F982-10F9-4C98B5823F37}"/>
              </a:ext>
            </a:extLst>
          </p:cNvPr>
          <p:cNvGrpSpPr/>
          <p:nvPr/>
        </p:nvGrpSpPr>
        <p:grpSpPr>
          <a:xfrm>
            <a:off x="2479937" y="2471112"/>
            <a:ext cx="1917470" cy="1953869"/>
            <a:chOff x="4957155" y="1296537"/>
            <a:chExt cx="1917470" cy="1953869"/>
          </a:xfrm>
        </p:grpSpPr>
        <p:sp>
          <p:nvSpPr>
            <p:cNvPr id="22" name="Rectángulo: esquinas redondeadas 21">
              <a:extLst>
                <a:ext uri="{FF2B5EF4-FFF2-40B4-BE49-F238E27FC236}">
                  <a16:creationId xmlns:a16="http://schemas.microsoft.com/office/drawing/2014/main" id="{138C1900-0419-BD99-592F-12B613C41CCF}"/>
                </a:ext>
              </a:extLst>
            </p:cNvPr>
            <p:cNvSpPr/>
            <p:nvPr/>
          </p:nvSpPr>
          <p:spPr>
            <a:xfrm>
              <a:off x="4957155" y="1519238"/>
              <a:ext cx="1917470" cy="1731168"/>
            </a:xfrm>
            <a:prstGeom prst="roundRect">
              <a:avLst>
                <a:gd name="adj" fmla="val 7760"/>
              </a:avLst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23" name="Conector recto 22">
              <a:extLst>
                <a:ext uri="{FF2B5EF4-FFF2-40B4-BE49-F238E27FC236}">
                  <a16:creationId xmlns:a16="http://schemas.microsoft.com/office/drawing/2014/main" id="{A12EF9DD-0A32-1A85-9A64-30EC8DDFA397}"/>
                </a:ext>
              </a:extLst>
            </p:cNvPr>
            <p:cNvCxnSpPr>
              <a:cxnSpLocks/>
            </p:cNvCxnSpPr>
            <p:nvPr/>
          </p:nvCxnSpPr>
          <p:spPr>
            <a:xfrm>
              <a:off x="5041106" y="1519237"/>
              <a:ext cx="1754982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ángulo: esquinas redondeadas 23">
              <a:extLst>
                <a:ext uri="{FF2B5EF4-FFF2-40B4-BE49-F238E27FC236}">
                  <a16:creationId xmlns:a16="http://schemas.microsoft.com/office/drawing/2014/main" id="{73DDE1D4-8232-91CC-8446-B0E5B7904204}"/>
                </a:ext>
              </a:extLst>
            </p:cNvPr>
            <p:cNvSpPr/>
            <p:nvPr/>
          </p:nvSpPr>
          <p:spPr>
            <a:xfrm>
              <a:off x="5191297" y="1296537"/>
              <a:ext cx="1458885" cy="1446663"/>
            </a:xfrm>
            <a:prstGeom prst="roundRect">
              <a:avLst>
                <a:gd name="adj" fmla="val 7760"/>
              </a:avLst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25" name="Conector recto 24">
              <a:extLst>
                <a:ext uri="{FF2B5EF4-FFF2-40B4-BE49-F238E27FC236}">
                  <a16:creationId xmlns:a16="http://schemas.microsoft.com/office/drawing/2014/main" id="{C19F5C4F-54F6-1585-A814-E8E4F79BF6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31718" y="1389512"/>
              <a:ext cx="100185" cy="18574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cto 25">
              <a:extLst>
                <a:ext uri="{FF2B5EF4-FFF2-40B4-BE49-F238E27FC236}">
                  <a16:creationId xmlns:a16="http://schemas.microsoft.com/office/drawing/2014/main" id="{A5568DF5-BD07-793D-72CF-D2FA18D03A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82755" y="1321594"/>
              <a:ext cx="247141" cy="253658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recto 26">
              <a:extLst>
                <a:ext uri="{FF2B5EF4-FFF2-40B4-BE49-F238E27FC236}">
                  <a16:creationId xmlns:a16="http://schemas.microsoft.com/office/drawing/2014/main" id="{C9A2E042-B712-3CF2-B2D7-FF41BBFEB7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06058" y="2715739"/>
              <a:ext cx="223838" cy="47964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8241555F-2624-9551-C22C-60BD6FBAC5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10978" y="2705100"/>
              <a:ext cx="222690" cy="50092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recto 28">
              <a:extLst>
                <a:ext uri="{FF2B5EF4-FFF2-40B4-BE49-F238E27FC236}">
                  <a16:creationId xmlns:a16="http://schemas.microsoft.com/office/drawing/2014/main" id="{7D4D120F-6E48-C491-5082-14E01633B45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12799" y="1387131"/>
              <a:ext cx="83289" cy="232119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cto 29">
              <a:extLst>
                <a:ext uri="{FF2B5EF4-FFF2-40B4-BE49-F238E27FC236}">
                  <a16:creationId xmlns:a16="http://schemas.microsoft.com/office/drawing/2014/main" id="{1BDF3165-F1C5-AE97-F5BE-6E9541E55D0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10978" y="1321594"/>
              <a:ext cx="238821" cy="253658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Rectángulo 6">
            <a:extLst>
              <a:ext uri="{FF2B5EF4-FFF2-40B4-BE49-F238E27FC236}">
                <a16:creationId xmlns:a16="http://schemas.microsoft.com/office/drawing/2014/main" id="{602A2530-F9F7-C023-92A5-FC813A784506}"/>
              </a:ext>
            </a:extLst>
          </p:cNvPr>
          <p:cNvSpPr/>
          <p:nvPr/>
        </p:nvSpPr>
        <p:spPr>
          <a:xfrm>
            <a:off x="2527703" y="3915834"/>
            <a:ext cx="1829982" cy="512229"/>
          </a:xfrm>
          <a:custGeom>
            <a:avLst/>
            <a:gdLst>
              <a:gd name="connsiteX0" fmla="*/ 0 w 942827"/>
              <a:gd name="connsiteY0" fmla="*/ 0 h 345862"/>
              <a:gd name="connsiteX1" fmla="*/ 942827 w 942827"/>
              <a:gd name="connsiteY1" fmla="*/ 0 h 345862"/>
              <a:gd name="connsiteX2" fmla="*/ 942827 w 942827"/>
              <a:gd name="connsiteY2" fmla="*/ 345862 h 345862"/>
              <a:gd name="connsiteX3" fmla="*/ 0 w 942827"/>
              <a:gd name="connsiteY3" fmla="*/ 345862 h 345862"/>
              <a:gd name="connsiteX4" fmla="*/ 0 w 942827"/>
              <a:gd name="connsiteY4" fmla="*/ 0 h 345862"/>
              <a:gd name="connsiteX0" fmla="*/ 0 w 1179718"/>
              <a:gd name="connsiteY0" fmla="*/ 0 h 469045"/>
              <a:gd name="connsiteX1" fmla="*/ 1179718 w 1179718"/>
              <a:gd name="connsiteY1" fmla="*/ 123183 h 469045"/>
              <a:gd name="connsiteX2" fmla="*/ 1179718 w 1179718"/>
              <a:gd name="connsiteY2" fmla="*/ 469045 h 469045"/>
              <a:gd name="connsiteX3" fmla="*/ 236891 w 1179718"/>
              <a:gd name="connsiteY3" fmla="*/ 469045 h 469045"/>
              <a:gd name="connsiteX4" fmla="*/ 0 w 1179718"/>
              <a:gd name="connsiteY4" fmla="*/ 0 h 469045"/>
              <a:gd name="connsiteX0" fmla="*/ 0 w 1435561"/>
              <a:gd name="connsiteY0" fmla="*/ 0 h 469045"/>
              <a:gd name="connsiteX1" fmla="*/ 1435561 w 1435561"/>
              <a:gd name="connsiteY1" fmla="*/ 9476 h 469045"/>
              <a:gd name="connsiteX2" fmla="*/ 1179718 w 1435561"/>
              <a:gd name="connsiteY2" fmla="*/ 469045 h 469045"/>
              <a:gd name="connsiteX3" fmla="*/ 236891 w 1435561"/>
              <a:gd name="connsiteY3" fmla="*/ 469045 h 469045"/>
              <a:gd name="connsiteX4" fmla="*/ 0 w 1435561"/>
              <a:gd name="connsiteY4" fmla="*/ 0 h 469045"/>
              <a:gd name="connsiteX0" fmla="*/ 213203 w 1648764"/>
              <a:gd name="connsiteY0" fmla="*/ 0 h 506948"/>
              <a:gd name="connsiteX1" fmla="*/ 1648764 w 1648764"/>
              <a:gd name="connsiteY1" fmla="*/ 9476 h 506948"/>
              <a:gd name="connsiteX2" fmla="*/ 1392921 w 1648764"/>
              <a:gd name="connsiteY2" fmla="*/ 469045 h 506948"/>
              <a:gd name="connsiteX3" fmla="*/ 0 w 1648764"/>
              <a:gd name="connsiteY3" fmla="*/ 506948 h 506948"/>
              <a:gd name="connsiteX4" fmla="*/ 213203 w 1648764"/>
              <a:gd name="connsiteY4" fmla="*/ 0 h 506948"/>
              <a:gd name="connsiteX0" fmla="*/ 213203 w 1824063"/>
              <a:gd name="connsiteY0" fmla="*/ 0 h 506948"/>
              <a:gd name="connsiteX1" fmla="*/ 1648764 w 1824063"/>
              <a:gd name="connsiteY1" fmla="*/ 9476 h 506948"/>
              <a:gd name="connsiteX2" fmla="*/ 1824063 w 1824063"/>
              <a:gd name="connsiteY2" fmla="*/ 506948 h 506948"/>
              <a:gd name="connsiteX3" fmla="*/ 0 w 1824063"/>
              <a:gd name="connsiteY3" fmla="*/ 506948 h 506948"/>
              <a:gd name="connsiteX4" fmla="*/ 213203 w 1824063"/>
              <a:gd name="connsiteY4" fmla="*/ 0 h 506948"/>
              <a:gd name="connsiteX0" fmla="*/ 213203 w 1824063"/>
              <a:gd name="connsiteY0" fmla="*/ 0 h 513265"/>
              <a:gd name="connsiteX1" fmla="*/ 1648764 w 1824063"/>
              <a:gd name="connsiteY1" fmla="*/ 9476 h 513265"/>
              <a:gd name="connsiteX2" fmla="*/ 1824063 w 1824063"/>
              <a:gd name="connsiteY2" fmla="*/ 506948 h 513265"/>
              <a:gd name="connsiteX3" fmla="*/ 0 w 1824063"/>
              <a:gd name="connsiteY3" fmla="*/ 506948 h 513265"/>
              <a:gd name="connsiteX4" fmla="*/ 213203 w 1824063"/>
              <a:gd name="connsiteY4" fmla="*/ 0 h 513265"/>
              <a:gd name="connsiteX0" fmla="*/ 237917 w 1824063"/>
              <a:gd name="connsiteY0" fmla="*/ 0 h 509146"/>
              <a:gd name="connsiteX1" fmla="*/ 1648764 w 1824063"/>
              <a:gd name="connsiteY1" fmla="*/ 5357 h 509146"/>
              <a:gd name="connsiteX2" fmla="*/ 1824063 w 1824063"/>
              <a:gd name="connsiteY2" fmla="*/ 502829 h 509146"/>
              <a:gd name="connsiteX3" fmla="*/ 0 w 1824063"/>
              <a:gd name="connsiteY3" fmla="*/ 502829 h 509146"/>
              <a:gd name="connsiteX4" fmla="*/ 237917 w 1824063"/>
              <a:gd name="connsiteY4" fmla="*/ 0 h 509146"/>
              <a:gd name="connsiteX0" fmla="*/ 237917 w 1824063"/>
              <a:gd name="connsiteY0" fmla="*/ 0 h 509146"/>
              <a:gd name="connsiteX1" fmla="*/ 1648764 w 1824063"/>
              <a:gd name="connsiteY1" fmla="*/ 5357 h 509146"/>
              <a:gd name="connsiteX2" fmla="*/ 1824063 w 1824063"/>
              <a:gd name="connsiteY2" fmla="*/ 502829 h 509146"/>
              <a:gd name="connsiteX3" fmla="*/ 0 w 1824063"/>
              <a:gd name="connsiteY3" fmla="*/ 502829 h 509146"/>
              <a:gd name="connsiteX4" fmla="*/ 237917 w 1824063"/>
              <a:gd name="connsiteY4" fmla="*/ 0 h 509146"/>
              <a:gd name="connsiteX0" fmla="*/ 237917 w 1824063"/>
              <a:gd name="connsiteY0" fmla="*/ 0 h 509146"/>
              <a:gd name="connsiteX1" fmla="*/ 1640526 w 1824063"/>
              <a:gd name="connsiteY1" fmla="*/ 17714 h 509146"/>
              <a:gd name="connsiteX2" fmla="*/ 1824063 w 1824063"/>
              <a:gd name="connsiteY2" fmla="*/ 502829 h 509146"/>
              <a:gd name="connsiteX3" fmla="*/ 0 w 1824063"/>
              <a:gd name="connsiteY3" fmla="*/ 502829 h 509146"/>
              <a:gd name="connsiteX4" fmla="*/ 237917 w 1824063"/>
              <a:gd name="connsiteY4" fmla="*/ 0 h 509146"/>
              <a:gd name="connsiteX0" fmla="*/ 237917 w 1824063"/>
              <a:gd name="connsiteY0" fmla="*/ 0 h 509146"/>
              <a:gd name="connsiteX1" fmla="*/ 1648764 w 1824063"/>
              <a:gd name="connsiteY1" fmla="*/ 5358 h 509146"/>
              <a:gd name="connsiteX2" fmla="*/ 1824063 w 1824063"/>
              <a:gd name="connsiteY2" fmla="*/ 502829 h 509146"/>
              <a:gd name="connsiteX3" fmla="*/ 0 w 1824063"/>
              <a:gd name="connsiteY3" fmla="*/ 502829 h 509146"/>
              <a:gd name="connsiteX4" fmla="*/ 237917 w 1824063"/>
              <a:gd name="connsiteY4" fmla="*/ 0 h 509146"/>
              <a:gd name="connsiteX0" fmla="*/ 237917 w 1844778"/>
              <a:gd name="connsiteY0" fmla="*/ 0 h 502829"/>
              <a:gd name="connsiteX1" fmla="*/ 1648764 w 1844778"/>
              <a:gd name="connsiteY1" fmla="*/ 5358 h 502829"/>
              <a:gd name="connsiteX2" fmla="*/ 1844778 w 1844778"/>
              <a:gd name="connsiteY2" fmla="*/ 488033 h 502829"/>
              <a:gd name="connsiteX3" fmla="*/ 0 w 1844778"/>
              <a:gd name="connsiteY3" fmla="*/ 502829 h 502829"/>
              <a:gd name="connsiteX4" fmla="*/ 237917 w 1844778"/>
              <a:gd name="connsiteY4" fmla="*/ 0 h 502829"/>
              <a:gd name="connsiteX0" fmla="*/ 237917 w 1844778"/>
              <a:gd name="connsiteY0" fmla="*/ 0 h 507435"/>
              <a:gd name="connsiteX1" fmla="*/ 1648764 w 1844778"/>
              <a:gd name="connsiteY1" fmla="*/ 5358 h 507435"/>
              <a:gd name="connsiteX2" fmla="*/ 1844778 w 1844778"/>
              <a:gd name="connsiteY2" fmla="*/ 488033 h 507435"/>
              <a:gd name="connsiteX3" fmla="*/ 0 w 1844778"/>
              <a:gd name="connsiteY3" fmla="*/ 502829 h 507435"/>
              <a:gd name="connsiteX4" fmla="*/ 237917 w 1844778"/>
              <a:gd name="connsiteY4" fmla="*/ 0 h 507435"/>
              <a:gd name="connsiteX0" fmla="*/ 234958 w 1841819"/>
              <a:gd name="connsiteY0" fmla="*/ 0 h 500256"/>
              <a:gd name="connsiteX1" fmla="*/ 1645805 w 1841819"/>
              <a:gd name="connsiteY1" fmla="*/ 5358 h 500256"/>
              <a:gd name="connsiteX2" fmla="*/ 1841819 w 1841819"/>
              <a:gd name="connsiteY2" fmla="*/ 488033 h 500256"/>
              <a:gd name="connsiteX3" fmla="*/ 0 w 1841819"/>
              <a:gd name="connsiteY3" fmla="*/ 479156 h 500256"/>
              <a:gd name="connsiteX4" fmla="*/ 234958 w 1841819"/>
              <a:gd name="connsiteY4" fmla="*/ 0 h 500256"/>
              <a:gd name="connsiteX0" fmla="*/ 223121 w 1829982"/>
              <a:gd name="connsiteY0" fmla="*/ 0 h 502241"/>
              <a:gd name="connsiteX1" fmla="*/ 1633968 w 1829982"/>
              <a:gd name="connsiteY1" fmla="*/ 5358 h 502241"/>
              <a:gd name="connsiteX2" fmla="*/ 1829982 w 1829982"/>
              <a:gd name="connsiteY2" fmla="*/ 488033 h 502241"/>
              <a:gd name="connsiteX3" fmla="*/ 0 w 1829982"/>
              <a:gd name="connsiteY3" fmla="*/ 488033 h 502241"/>
              <a:gd name="connsiteX4" fmla="*/ 223121 w 1829982"/>
              <a:gd name="connsiteY4" fmla="*/ 0 h 502241"/>
              <a:gd name="connsiteX0" fmla="*/ 223121 w 1829982"/>
              <a:gd name="connsiteY0" fmla="*/ 0 h 512229"/>
              <a:gd name="connsiteX1" fmla="*/ 1633968 w 1829982"/>
              <a:gd name="connsiteY1" fmla="*/ 5358 h 512229"/>
              <a:gd name="connsiteX2" fmla="*/ 1829982 w 1829982"/>
              <a:gd name="connsiteY2" fmla="*/ 488033 h 512229"/>
              <a:gd name="connsiteX3" fmla="*/ 0 w 1829982"/>
              <a:gd name="connsiteY3" fmla="*/ 488033 h 512229"/>
              <a:gd name="connsiteX4" fmla="*/ 223121 w 1829982"/>
              <a:gd name="connsiteY4" fmla="*/ 0 h 512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9982" h="512229">
                <a:moveTo>
                  <a:pt x="223121" y="0"/>
                </a:moveTo>
                <a:cubicBezTo>
                  <a:pt x="689284" y="18262"/>
                  <a:pt x="1163686" y="3572"/>
                  <a:pt x="1633968" y="5358"/>
                </a:cubicBezTo>
                <a:cubicBezTo>
                  <a:pt x="1692401" y="171182"/>
                  <a:pt x="1771549" y="322209"/>
                  <a:pt x="1829982" y="488033"/>
                </a:cubicBezTo>
                <a:cubicBezTo>
                  <a:pt x="1219584" y="520003"/>
                  <a:pt x="137504" y="520585"/>
                  <a:pt x="0" y="488033"/>
                </a:cubicBezTo>
                <a:lnTo>
                  <a:pt x="223121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Rectángulo 3">
            <a:extLst>
              <a:ext uri="{FF2B5EF4-FFF2-40B4-BE49-F238E27FC236}">
                <a16:creationId xmlns:a16="http://schemas.microsoft.com/office/drawing/2014/main" id="{75716245-4FE9-20C3-1F79-AAEA71DC8C23}"/>
              </a:ext>
            </a:extLst>
          </p:cNvPr>
          <p:cNvSpPr/>
          <p:nvPr/>
        </p:nvSpPr>
        <p:spPr>
          <a:xfrm>
            <a:off x="4166861" y="2574020"/>
            <a:ext cx="247650" cy="1806575"/>
          </a:xfrm>
          <a:custGeom>
            <a:avLst/>
            <a:gdLst>
              <a:gd name="connsiteX0" fmla="*/ 0 w 279400"/>
              <a:gd name="connsiteY0" fmla="*/ 0 h 520700"/>
              <a:gd name="connsiteX1" fmla="*/ 279400 w 279400"/>
              <a:gd name="connsiteY1" fmla="*/ 0 h 520700"/>
              <a:gd name="connsiteX2" fmla="*/ 279400 w 279400"/>
              <a:gd name="connsiteY2" fmla="*/ 520700 h 520700"/>
              <a:gd name="connsiteX3" fmla="*/ 0 w 279400"/>
              <a:gd name="connsiteY3" fmla="*/ 520700 h 520700"/>
              <a:gd name="connsiteX4" fmla="*/ 0 w 279400"/>
              <a:gd name="connsiteY4" fmla="*/ 0 h 520700"/>
              <a:gd name="connsiteX0" fmla="*/ 0 w 317500"/>
              <a:gd name="connsiteY0" fmla="*/ 0 h 593725"/>
              <a:gd name="connsiteX1" fmla="*/ 317500 w 317500"/>
              <a:gd name="connsiteY1" fmla="*/ 73025 h 593725"/>
              <a:gd name="connsiteX2" fmla="*/ 317500 w 317500"/>
              <a:gd name="connsiteY2" fmla="*/ 593725 h 593725"/>
              <a:gd name="connsiteX3" fmla="*/ 38100 w 317500"/>
              <a:gd name="connsiteY3" fmla="*/ 593725 h 593725"/>
              <a:gd name="connsiteX4" fmla="*/ 0 w 317500"/>
              <a:gd name="connsiteY4" fmla="*/ 0 h 593725"/>
              <a:gd name="connsiteX0" fmla="*/ 9525 w 327025"/>
              <a:gd name="connsiteY0" fmla="*/ 0 h 1355725"/>
              <a:gd name="connsiteX1" fmla="*/ 327025 w 327025"/>
              <a:gd name="connsiteY1" fmla="*/ 73025 h 1355725"/>
              <a:gd name="connsiteX2" fmla="*/ 327025 w 327025"/>
              <a:gd name="connsiteY2" fmla="*/ 593725 h 1355725"/>
              <a:gd name="connsiteX3" fmla="*/ 0 w 327025"/>
              <a:gd name="connsiteY3" fmla="*/ 1355725 h 1355725"/>
              <a:gd name="connsiteX4" fmla="*/ 9525 w 327025"/>
              <a:gd name="connsiteY4" fmla="*/ 0 h 1355725"/>
              <a:gd name="connsiteX0" fmla="*/ 9525 w 327025"/>
              <a:gd name="connsiteY0" fmla="*/ 0 h 1355725"/>
              <a:gd name="connsiteX1" fmla="*/ 247650 w 327025"/>
              <a:gd name="connsiteY1" fmla="*/ 320675 h 1355725"/>
              <a:gd name="connsiteX2" fmla="*/ 327025 w 327025"/>
              <a:gd name="connsiteY2" fmla="*/ 593725 h 1355725"/>
              <a:gd name="connsiteX3" fmla="*/ 0 w 327025"/>
              <a:gd name="connsiteY3" fmla="*/ 1355725 h 1355725"/>
              <a:gd name="connsiteX4" fmla="*/ 9525 w 327025"/>
              <a:gd name="connsiteY4" fmla="*/ 0 h 1355725"/>
              <a:gd name="connsiteX0" fmla="*/ 9525 w 327025"/>
              <a:gd name="connsiteY0" fmla="*/ 0 h 1355725"/>
              <a:gd name="connsiteX1" fmla="*/ 247650 w 327025"/>
              <a:gd name="connsiteY1" fmla="*/ 320675 h 1355725"/>
              <a:gd name="connsiteX2" fmla="*/ 327025 w 327025"/>
              <a:gd name="connsiteY2" fmla="*/ 593725 h 1355725"/>
              <a:gd name="connsiteX3" fmla="*/ 0 w 327025"/>
              <a:gd name="connsiteY3" fmla="*/ 1355725 h 1355725"/>
              <a:gd name="connsiteX4" fmla="*/ 9525 w 327025"/>
              <a:gd name="connsiteY4" fmla="*/ 0 h 1355725"/>
              <a:gd name="connsiteX0" fmla="*/ 9525 w 247650"/>
              <a:gd name="connsiteY0" fmla="*/ 0 h 1400175"/>
              <a:gd name="connsiteX1" fmla="*/ 247650 w 247650"/>
              <a:gd name="connsiteY1" fmla="*/ 320675 h 1400175"/>
              <a:gd name="connsiteX2" fmla="*/ 225425 w 247650"/>
              <a:gd name="connsiteY2" fmla="*/ 1400175 h 1400175"/>
              <a:gd name="connsiteX3" fmla="*/ 0 w 247650"/>
              <a:gd name="connsiteY3" fmla="*/ 1355725 h 1400175"/>
              <a:gd name="connsiteX4" fmla="*/ 9525 w 247650"/>
              <a:gd name="connsiteY4" fmla="*/ 0 h 1400175"/>
              <a:gd name="connsiteX0" fmla="*/ 9525 w 247650"/>
              <a:gd name="connsiteY0" fmla="*/ 0 h 1838325"/>
              <a:gd name="connsiteX1" fmla="*/ 247650 w 247650"/>
              <a:gd name="connsiteY1" fmla="*/ 320675 h 1838325"/>
              <a:gd name="connsiteX2" fmla="*/ 212725 w 247650"/>
              <a:gd name="connsiteY2" fmla="*/ 1838325 h 1838325"/>
              <a:gd name="connsiteX3" fmla="*/ 0 w 247650"/>
              <a:gd name="connsiteY3" fmla="*/ 1355725 h 1838325"/>
              <a:gd name="connsiteX4" fmla="*/ 9525 w 247650"/>
              <a:gd name="connsiteY4" fmla="*/ 0 h 1838325"/>
              <a:gd name="connsiteX0" fmla="*/ 9525 w 247650"/>
              <a:gd name="connsiteY0" fmla="*/ 0 h 1838325"/>
              <a:gd name="connsiteX1" fmla="*/ 247650 w 247650"/>
              <a:gd name="connsiteY1" fmla="*/ 320675 h 1838325"/>
              <a:gd name="connsiteX2" fmla="*/ 212725 w 247650"/>
              <a:gd name="connsiteY2" fmla="*/ 1838325 h 1838325"/>
              <a:gd name="connsiteX3" fmla="*/ 0 w 247650"/>
              <a:gd name="connsiteY3" fmla="*/ 1355725 h 1838325"/>
              <a:gd name="connsiteX4" fmla="*/ 9525 w 247650"/>
              <a:gd name="connsiteY4" fmla="*/ 0 h 1838325"/>
              <a:gd name="connsiteX0" fmla="*/ 9525 w 247650"/>
              <a:gd name="connsiteY0" fmla="*/ 0 h 1828800"/>
              <a:gd name="connsiteX1" fmla="*/ 247650 w 247650"/>
              <a:gd name="connsiteY1" fmla="*/ 320675 h 1828800"/>
              <a:gd name="connsiteX2" fmla="*/ 215900 w 247650"/>
              <a:gd name="connsiteY2" fmla="*/ 1828800 h 1828800"/>
              <a:gd name="connsiteX3" fmla="*/ 0 w 247650"/>
              <a:gd name="connsiteY3" fmla="*/ 1355725 h 1828800"/>
              <a:gd name="connsiteX4" fmla="*/ 9525 w 247650"/>
              <a:gd name="connsiteY4" fmla="*/ 0 h 1828800"/>
              <a:gd name="connsiteX0" fmla="*/ 9525 w 247650"/>
              <a:gd name="connsiteY0" fmla="*/ 0 h 1828800"/>
              <a:gd name="connsiteX1" fmla="*/ 247650 w 247650"/>
              <a:gd name="connsiteY1" fmla="*/ 320675 h 1828800"/>
              <a:gd name="connsiteX2" fmla="*/ 215900 w 247650"/>
              <a:gd name="connsiteY2" fmla="*/ 1828800 h 1828800"/>
              <a:gd name="connsiteX3" fmla="*/ 0 w 247650"/>
              <a:gd name="connsiteY3" fmla="*/ 1355725 h 1828800"/>
              <a:gd name="connsiteX4" fmla="*/ 9525 w 247650"/>
              <a:gd name="connsiteY4" fmla="*/ 0 h 1828800"/>
              <a:gd name="connsiteX0" fmla="*/ 9525 w 247650"/>
              <a:gd name="connsiteY0" fmla="*/ 0 h 1806575"/>
              <a:gd name="connsiteX1" fmla="*/ 247650 w 247650"/>
              <a:gd name="connsiteY1" fmla="*/ 320675 h 1806575"/>
              <a:gd name="connsiteX2" fmla="*/ 228600 w 247650"/>
              <a:gd name="connsiteY2" fmla="*/ 1806575 h 1806575"/>
              <a:gd name="connsiteX3" fmla="*/ 0 w 247650"/>
              <a:gd name="connsiteY3" fmla="*/ 1355725 h 1806575"/>
              <a:gd name="connsiteX4" fmla="*/ 9525 w 247650"/>
              <a:gd name="connsiteY4" fmla="*/ 0 h 1806575"/>
              <a:gd name="connsiteX0" fmla="*/ 9525 w 247650"/>
              <a:gd name="connsiteY0" fmla="*/ 0 h 1806575"/>
              <a:gd name="connsiteX1" fmla="*/ 247650 w 247650"/>
              <a:gd name="connsiteY1" fmla="*/ 320675 h 1806575"/>
              <a:gd name="connsiteX2" fmla="*/ 228600 w 247650"/>
              <a:gd name="connsiteY2" fmla="*/ 1806575 h 1806575"/>
              <a:gd name="connsiteX3" fmla="*/ 0 w 247650"/>
              <a:gd name="connsiteY3" fmla="*/ 1355725 h 1806575"/>
              <a:gd name="connsiteX4" fmla="*/ 9525 w 247650"/>
              <a:gd name="connsiteY4" fmla="*/ 0 h 180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7650" h="1806575">
                <a:moveTo>
                  <a:pt x="9525" y="0"/>
                </a:moveTo>
                <a:cubicBezTo>
                  <a:pt x="88900" y="106892"/>
                  <a:pt x="241300" y="210608"/>
                  <a:pt x="247650" y="320675"/>
                </a:cubicBezTo>
                <a:cubicBezTo>
                  <a:pt x="236008" y="826558"/>
                  <a:pt x="256117" y="1303867"/>
                  <a:pt x="228600" y="1806575"/>
                </a:cubicBezTo>
                <a:cubicBezTo>
                  <a:pt x="156633" y="1766358"/>
                  <a:pt x="71967" y="1513417"/>
                  <a:pt x="0" y="1355725"/>
                </a:cubicBezTo>
                <a:lnTo>
                  <a:pt x="9525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3D5E28E-5F48-F749-3AA3-A52537DE08F9}"/>
              </a:ext>
            </a:extLst>
          </p:cNvPr>
          <p:cNvSpPr/>
          <p:nvPr/>
        </p:nvSpPr>
        <p:spPr>
          <a:xfrm>
            <a:off x="6154390" y="2276468"/>
            <a:ext cx="2219325" cy="2219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D2AFB343-A82C-41A6-B80D-4B5B12FDFC30}"/>
              </a:ext>
            </a:extLst>
          </p:cNvPr>
          <p:cNvGrpSpPr/>
          <p:nvPr/>
        </p:nvGrpSpPr>
        <p:grpSpPr>
          <a:xfrm>
            <a:off x="6305319" y="2413958"/>
            <a:ext cx="1917470" cy="1953869"/>
            <a:chOff x="4957155" y="1296537"/>
            <a:chExt cx="1917470" cy="1953869"/>
          </a:xfrm>
        </p:grpSpPr>
        <p:sp>
          <p:nvSpPr>
            <p:cNvPr id="11" name="Rectángulo: esquinas redondeadas 10">
              <a:extLst>
                <a:ext uri="{FF2B5EF4-FFF2-40B4-BE49-F238E27FC236}">
                  <a16:creationId xmlns:a16="http://schemas.microsoft.com/office/drawing/2014/main" id="{47AA0A4C-8A1E-8896-057C-F69C2FF74B22}"/>
                </a:ext>
              </a:extLst>
            </p:cNvPr>
            <p:cNvSpPr/>
            <p:nvPr/>
          </p:nvSpPr>
          <p:spPr>
            <a:xfrm>
              <a:off x="4957155" y="1519238"/>
              <a:ext cx="1917470" cy="1731168"/>
            </a:xfrm>
            <a:prstGeom prst="roundRect">
              <a:avLst>
                <a:gd name="adj" fmla="val 7760"/>
              </a:avLst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12" name="Conector recto 11">
              <a:extLst>
                <a:ext uri="{FF2B5EF4-FFF2-40B4-BE49-F238E27FC236}">
                  <a16:creationId xmlns:a16="http://schemas.microsoft.com/office/drawing/2014/main" id="{AB98A103-D7CD-7626-9C7D-B5999F9B931D}"/>
                </a:ext>
              </a:extLst>
            </p:cNvPr>
            <p:cNvCxnSpPr>
              <a:cxnSpLocks/>
            </p:cNvCxnSpPr>
            <p:nvPr/>
          </p:nvCxnSpPr>
          <p:spPr>
            <a:xfrm>
              <a:off x="5041106" y="1519237"/>
              <a:ext cx="1754982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ángulo: esquinas redondeadas 12">
              <a:extLst>
                <a:ext uri="{FF2B5EF4-FFF2-40B4-BE49-F238E27FC236}">
                  <a16:creationId xmlns:a16="http://schemas.microsoft.com/office/drawing/2014/main" id="{4483D5EA-73F8-4778-A264-40BD7C22D7B2}"/>
                </a:ext>
              </a:extLst>
            </p:cNvPr>
            <p:cNvSpPr/>
            <p:nvPr/>
          </p:nvSpPr>
          <p:spPr>
            <a:xfrm>
              <a:off x="5191297" y="1296537"/>
              <a:ext cx="1458885" cy="1446663"/>
            </a:xfrm>
            <a:prstGeom prst="roundRect">
              <a:avLst>
                <a:gd name="adj" fmla="val 7760"/>
              </a:avLst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0DA84F8D-1AB7-6C19-9768-B52D19E2F2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31718" y="1389512"/>
              <a:ext cx="100185" cy="18574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14">
              <a:extLst>
                <a:ext uri="{FF2B5EF4-FFF2-40B4-BE49-F238E27FC236}">
                  <a16:creationId xmlns:a16="http://schemas.microsoft.com/office/drawing/2014/main" id="{98D27A64-1ADC-8D56-1F34-ACE017E9DF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82755" y="1321594"/>
              <a:ext cx="247141" cy="253658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0FE808F6-3AAA-54DD-E5DA-79438EED56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06058" y="2715739"/>
              <a:ext cx="223838" cy="47964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A3673330-DDB7-E94A-DC44-659D8936B5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10978" y="2705100"/>
              <a:ext cx="222690" cy="50092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17">
              <a:extLst>
                <a:ext uri="{FF2B5EF4-FFF2-40B4-BE49-F238E27FC236}">
                  <a16:creationId xmlns:a16="http://schemas.microsoft.com/office/drawing/2014/main" id="{D6D787A2-A13F-AF3E-F2DD-AD8A5A29D4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12799" y="1387131"/>
              <a:ext cx="83289" cy="232119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18">
              <a:extLst>
                <a:ext uri="{FF2B5EF4-FFF2-40B4-BE49-F238E27FC236}">
                  <a16:creationId xmlns:a16="http://schemas.microsoft.com/office/drawing/2014/main" id="{3700BF09-A7ED-0FB7-CD7F-C628682A0D6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10978" y="1321594"/>
              <a:ext cx="238821" cy="253658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riángulo isósceles 31">
              <a:extLst>
                <a:ext uri="{FF2B5EF4-FFF2-40B4-BE49-F238E27FC236}">
                  <a16:creationId xmlns:a16="http://schemas.microsoft.com/office/drawing/2014/main" id="{7A2FB4D8-9750-238D-B5E4-4AC8AF6C2F33}"/>
                </a:ext>
              </a:extLst>
            </p:cNvPr>
            <p:cNvSpPr/>
            <p:nvPr/>
          </p:nvSpPr>
          <p:spPr>
            <a:xfrm rot="10800000">
              <a:off x="5679696" y="1813894"/>
              <a:ext cx="472383" cy="411947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sp>
        <p:nvSpPr>
          <p:cNvPr id="33" name="Rectángulo 6">
            <a:extLst>
              <a:ext uri="{FF2B5EF4-FFF2-40B4-BE49-F238E27FC236}">
                <a16:creationId xmlns:a16="http://schemas.microsoft.com/office/drawing/2014/main" id="{297F05C7-90F7-6EC7-CD6A-49D549A58F25}"/>
              </a:ext>
            </a:extLst>
          </p:cNvPr>
          <p:cNvSpPr/>
          <p:nvPr/>
        </p:nvSpPr>
        <p:spPr>
          <a:xfrm>
            <a:off x="6353085" y="3858680"/>
            <a:ext cx="1829982" cy="512229"/>
          </a:xfrm>
          <a:custGeom>
            <a:avLst/>
            <a:gdLst>
              <a:gd name="connsiteX0" fmla="*/ 0 w 942827"/>
              <a:gd name="connsiteY0" fmla="*/ 0 h 345862"/>
              <a:gd name="connsiteX1" fmla="*/ 942827 w 942827"/>
              <a:gd name="connsiteY1" fmla="*/ 0 h 345862"/>
              <a:gd name="connsiteX2" fmla="*/ 942827 w 942827"/>
              <a:gd name="connsiteY2" fmla="*/ 345862 h 345862"/>
              <a:gd name="connsiteX3" fmla="*/ 0 w 942827"/>
              <a:gd name="connsiteY3" fmla="*/ 345862 h 345862"/>
              <a:gd name="connsiteX4" fmla="*/ 0 w 942827"/>
              <a:gd name="connsiteY4" fmla="*/ 0 h 345862"/>
              <a:gd name="connsiteX0" fmla="*/ 0 w 1179718"/>
              <a:gd name="connsiteY0" fmla="*/ 0 h 469045"/>
              <a:gd name="connsiteX1" fmla="*/ 1179718 w 1179718"/>
              <a:gd name="connsiteY1" fmla="*/ 123183 h 469045"/>
              <a:gd name="connsiteX2" fmla="*/ 1179718 w 1179718"/>
              <a:gd name="connsiteY2" fmla="*/ 469045 h 469045"/>
              <a:gd name="connsiteX3" fmla="*/ 236891 w 1179718"/>
              <a:gd name="connsiteY3" fmla="*/ 469045 h 469045"/>
              <a:gd name="connsiteX4" fmla="*/ 0 w 1179718"/>
              <a:gd name="connsiteY4" fmla="*/ 0 h 469045"/>
              <a:gd name="connsiteX0" fmla="*/ 0 w 1435561"/>
              <a:gd name="connsiteY0" fmla="*/ 0 h 469045"/>
              <a:gd name="connsiteX1" fmla="*/ 1435561 w 1435561"/>
              <a:gd name="connsiteY1" fmla="*/ 9476 h 469045"/>
              <a:gd name="connsiteX2" fmla="*/ 1179718 w 1435561"/>
              <a:gd name="connsiteY2" fmla="*/ 469045 h 469045"/>
              <a:gd name="connsiteX3" fmla="*/ 236891 w 1435561"/>
              <a:gd name="connsiteY3" fmla="*/ 469045 h 469045"/>
              <a:gd name="connsiteX4" fmla="*/ 0 w 1435561"/>
              <a:gd name="connsiteY4" fmla="*/ 0 h 469045"/>
              <a:gd name="connsiteX0" fmla="*/ 213203 w 1648764"/>
              <a:gd name="connsiteY0" fmla="*/ 0 h 506948"/>
              <a:gd name="connsiteX1" fmla="*/ 1648764 w 1648764"/>
              <a:gd name="connsiteY1" fmla="*/ 9476 h 506948"/>
              <a:gd name="connsiteX2" fmla="*/ 1392921 w 1648764"/>
              <a:gd name="connsiteY2" fmla="*/ 469045 h 506948"/>
              <a:gd name="connsiteX3" fmla="*/ 0 w 1648764"/>
              <a:gd name="connsiteY3" fmla="*/ 506948 h 506948"/>
              <a:gd name="connsiteX4" fmla="*/ 213203 w 1648764"/>
              <a:gd name="connsiteY4" fmla="*/ 0 h 506948"/>
              <a:gd name="connsiteX0" fmla="*/ 213203 w 1824063"/>
              <a:gd name="connsiteY0" fmla="*/ 0 h 506948"/>
              <a:gd name="connsiteX1" fmla="*/ 1648764 w 1824063"/>
              <a:gd name="connsiteY1" fmla="*/ 9476 h 506948"/>
              <a:gd name="connsiteX2" fmla="*/ 1824063 w 1824063"/>
              <a:gd name="connsiteY2" fmla="*/ 506948 h 506948"/>
              <a:gd name="connsiteX3" fmla="*/ 0 w 1824063"/>
              <a:gd name="connsiteY3" fmla="*/ 506948 h 506948"/>
              <a:gd name="connsiteX4" fmla="*/ 213203 w 1824063"/>
              <a:gd name="connsiteY4" fmla="*/ 0 h 506948"/>
              <a:gd name="connsiteX0" fmla="*/ 213203 w 1824063"/>
              <a:gd name="connsiteY0" fmla="*/ 0 h 513265"/>
              <a:gd name="connsiteX1" fmla="*/ 1648764 w 1824063"/>
              <a:gd name="connsiteY1" fmla="*/ 9476 h 513265"/>
              <a:gd name="connsiteX2" fmla="*/ 1824063 w 1824063"/>
              <a:gd name="connsiteY2" fmla="*/ 506948 h 513265"/>
              <a:gd name="connsiteX3" fmla="*/ 0 w 1824063"/>
              <a:gd name="connsiteY3" fmla="*/ 506948 h 513265"/>
              <a:gd name="connsiteX4" fmla="*/ 213203 w 1824063"/>
              <a:gd name="connsiteY4" fmla="*/ 0 h 513265"/>
              <a:gd name="connsiteX0" fmla="*/ 237917 w 1824063"/>
              <a:gd name="connsiteY0" fmla="*/ 0 h 509146"/>
              <a:gd name="connsiteX1" fmla="*/ 1648764 w 1824063"/>
              <a:gd name="connsiteY1" fmla="*/ 5357 h 509146"/>
              <a:gd name="connsiteX2" fmla="*/ 1824063 w 1824063"/>
              <a:gd name="connsiteY2" fmla="*/ 502829 h 509146"/>
              <a:gd name="connsiteX3" fmla="*/ 0 w 1824063"/>
              <a:gd name="connsiteY3" fmla="*/ 502829 h 509146"/>
              <a:gd name="connsiteX4" fmla="*/ 237917 w 1824063"/>
              <a:gd name="connsiteY4" fmla="*/ 0 h 509146"/>
              <a:gd name="connsiteX0" fmla="*/ 237917 w 1824063"/>
              <a:gd name="connsiteY0" fmla="*/ 0 h 509146"/>
              <a:gd name="connsiteX1" fmla="*/ 1648764 w 1824063"/>
              <a:gd name="connsiteY1" fmla="*/ 5357 h 509146"/>
              <a:gd name="connsiteX2" fmla="*/ 1824063 w 1824063"/>
              <a:gd name="connsiteY2" fmla="*/ 502829 h 509146"/>
              <a:gd name="connsiteX3" fmla="*/ 0 w 1824063"/>
              <a:gd name="connsiteY3" fmla="*/ 502829 h 509146"/>
              <a:gd name="connsiteX4" fmla="*/ 237917 w 1824063"/>
              <a:gd name="connsiteY4" fmla="*/ 0 h 509146"/>
              <a:gd name="connsiteX0" fmla="*/ 237917 w 1824063"/>
              <a:gd name="connsiteY0" fmla="*/ 0 h 509146"/>
              <a:gd name="connsiteX1" fmla="*/ 1640526 w 1824063"/>
              <a:gd name="connsiteY1" fmla="*/ 17714 h 509146"/>
              <a:gd name="connsiteX2" fmla="*/ 1824063 w 1824063"/>
              <a:gd name="connsiteY2" fmla="*/ 502829 h 509146"/>
              <a:gd name="connsiteX3" fmla="*/ 0 w 1824063"/>
              <a:gd name="connsiteY3" fmla="*/ 502829 h 509146"/>
              <a:gd name="connsiteX4" fmla="*/ 237917 w 1824063"/>
              <a:gd name="connsiteY4" fmla="*/ 0 h 509146"/>
              <a:gd name="connsiteX0" fmla="*/ 237917 w 1824063"/>
              <a:gd name="connsiteY0" fmla="*/ 0 h 509146"/>
              <a:gd name="connsiteX1" fmla="*/ 1648764 w 1824063"/>
              <a:gd name="connsiteY1" fmla="*/ 5358 h 509146"/>
              <a:gd name="connsiteX2" fmla="*/ 1824063 w 1824063"/>
              <a:gd name="connsiteY2" fmla="*/ 502829 h 509146"/>
              <a:gd name="connsiteX3" fmla="*/ 0 w 1824063"/>
              <a:gd name="connsiteY3" fmla="*/ 502829 h 509146"/>
              <a:gd name="connsiteX4" fmla="*/ 237917 w 1824063"/>
              <a:gd name="connsiteY4" fmla="*/ 0 h 509146"/>
              <a:gd name="connsiteX0" fmla="*/ 237917 w 1844778"/>
              <a:gd name="connsiteY0" fmla="*/ 0 h 502829"/>
              <a:gd name="connsiteX1" fmla="*/ 1648764 w 1844778"/>
              <a:gd name="connsiteY1" fmla="*/ 5358 h 502829"/>
              <a:gd name="connsiteX2" fmla="*/ 1844778 w 1844778"/>
              <a:gd name="connsiteY2" fmla="*/ 488033 h 502829"/>
              <a:gd name="connsiteX3" fmla="*/ 0 w 1844778"/>
              <a:gd name="connsiteY3" fmla="*/ 502829 h 502829"/>
              <a:gd name="connsiteX4" fmla="*/ 237917 w 1844778"/>
              <a:gd name="connsiteY4" fmla="*/ 0 h 502829"/>
              <a:gd name="connsiteX0" fmla="*/ 237917 w 1844778"/>
              <a:gd name="connsiteY0" fmla="*/ 0 h 507435"/>
              <a:gd name="connsiteX1" fmla="*/ 1648764 w 1844778"/>
              <a:gd name="connsiteY1" fmla="*/ 5358 h 507435"/>
              <a:gd name="connsiteX2" fmla="*/ 1844778 w 1844778"/>
              <a:gd name="connsiteY2" fmla="*/ 488033 h 507435"/>
              <a:gd name="connsiteX3" fmla="*/ 0 w 1844778"/>
              <a:gd name="connsiteY3" fmla="*/ 502829 h 507435"/>
              <a:gd name="connsiteX4" fmla="*/ 237917 w 1844778"/>
              <a:gd name="connsiteY4" fmla="*/ 0 h 507435"/>
              <a:gd name="connsiteX0" fmla="*/ 234958 w 1841819"/>
              <a:gd name="connsiteY0" fmla="*/ 0 h 500256"/>
              <a:gd name="connsiteX1" fmla="*/ 1645805 w 1841819"/>
              <a:gd name="connsiteY1" fmla="*/ 5358 h 500256"/>
              <a:gd name="connsiteX2" fmla="*/ 1841819 w 1841819"/>
              <a:gd name="connsiteY2" fmla="*/ 488033 h 500256"/>
              <a:gd name="connsiteX3" fmla="*/ 0 w 1841819"/>
              <a:gd name="connsiteY3" fmla="*/ 479156 h 500256"/>
              <a:gd name="connsiteX4" fmla="*/ 234958 w 1841819"/>
              <a:gd name="connsiteY4" fmla="*/ 0 h 500256"/>
              <a:gd name="connsiteX0" fmla="*/ 223121 w 1829982"/>
              <a:gd name="connsiteY0" fmla="*/ 0 h 502241"/>
              <a:gd name="connsiteX1" fmla="*/ 1633968 w 1829982"/>
              <a:gd name="connsiteY1" fmla="*/ 5358 h 502241"/>
              <a:gd name="connsiteX2" fmla="*/ 1829982 w 1829982"/>
              <a:gd name="connsiteY2" fmla="*/ 488033 h 502241"/>
              <a:gd name="connsiteX3" fmla="*/ 0 w 1829982"/>
              <a:gd name="connsiteY3" fmla="*/ 488033 h 502241"/>
              <a:gd name="connsiteX4" fmla="*/ 223121 w 1829982"/>
              <a:gd name="connsiteY4" fmla="*/ 0 h 502241"/>
              <a:gd name="connsiteX0" fmla="*/ 223121 w 1829982"/>
              <a:gd name="connsiteY0" fmla="*/ 0 h 512229"/>
              <a:gd name="connsiteX1" fmla="*/ 1633968 w 1829982"/>
              <a:gd name="connsiteY1" fmla="*/ 5358 h 512229"/>
              <a:gd name="connsiteX2" fmla="*/ 1829982 w 1829982"/>
              <a:gd name="connsiteY2" fmla="*/ 488033 h 512229"/>
              <a:gd name="connsiteX3" fmla="*/ 0 w 1829982"/>
              <a:gd name="connsiteY3" fmla="*/ 488033 h 512229"/>
              <a:gd name="connsiteX4" fmla="*/ 223121 w 1829982"/>
              <a:gd name="connsiteY4" fmla="*/ 0 h 512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9982" h="512229">
                <a:moveTo>
                  <a:pt x="223121" y="0"/>
                </a:moveTo>
                <a:cubicBezTo>
                  <a:pt x="689284" y="18262"/>
                  <a:pt x="1163686" y="3572"/>
                  <a:pt x="1633968" y="5358"/>
                </a:cubicBezTo>
                <a:cubicBezTo>
                  <a:pt x="1692401" y="171182"/>
                  <a:pt x="1771549" y="322209"/>
                  <a:pt x="1829982" y="488033"/>
                </a:cubicBezTo>
                <a:cubicBezTo>
                  <a:pt x="1219584" y="520003"/>
                  <a:pt x="137504" y="520585"/>
                  <a:pt x="0" y="488033"/>
                </a:cubicBezTo>
                <a:lnTo>
                  <a:pt x="223121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4" name="Rectángulo 3">
            <a:extLst>
              <a:ext uri="{FF2B5EF4-FFF2-40B4-BE49-F238E27FC236}">
                <a16:creationId xmlns:a16="http://schemas.microsoft.com/office/drawing/2014/main" id="{D6A802B0-80F9-34CD-8C8D-9FC08F0F881C}"/>
              </a:ext>
            </a:extLst>
          </p:cNvPr>
          <p:cNvSpPr/>
          <p:nvPr/>
        </p:nvSpPr>
        <p:spPr>
          <a:xfrm>
            <a:off x="7992243" y="2516866"/>
            <a:ext cx="247650" cy="1806575"/>
          </a:xfrm>
          <a:custGeom>
            <a:avLst/>
            <a:gdLst>
              <a:gd name="connsiteX0" fmla="*/ 0 w 279400"/>
              <a:gd name="connsiteY0" fmla="*/ 0 h 520700"/>
              <a:gd name="connsiteX1" fmla="*/ 279400 w 279400"/>
              <a:gd name="connsiteY1" fmla="*/ 0 h 520700"/>
              <a:gd name="connsiteX2" fmla="*/ 279400 w 279400"/>
              <a:gd name="connsiteY2" fmla="*/ 520700 h 520700"/>
              <a:gd name="connsiteX3" fmla="*/ 0 w 279400"/>
              <a:gd name="connsiteY3" fmla="*/ 520700 h 520700"/>
              <a:gd name="connsiteX4" fmla="*/ 0 w 279400"/>
              <a:gd name="connsiteY4" fmla="*/ 0 h 520700"/>
              <a:gd name="connsiteX0" fmla="*/ 0 w 317500"/>
              <a:gd name="connsiteY0" fmla="*/ 0 h 593725"/>
              <a:gd name="connsiteX1" fmla="*/ 317500 w 317500"/>
              <a:gd name="connsiteY1" fmla="*/ 73025 h 593725"/>
              <a:gd name="connsiteX2" fmla="*/ 317500 w 317500"/>
              <a:gd name="connsiteY2" fmla="*/ 593725 h 593725"/>
              <a:gd name="connsiteX3" fmla="*/ 38100 w 317500"/>
              <a:gd name="connsiteY3" fmla="*/ 593725 h 593725"/>
              <a:gd name="connsiteX4" fmla="*/ 0 w 317500"/>
              <a:gd name="connsiteY4" fmla="*/ 0 h 593725"/>
              <a:gd name="connsiteX0" fmla="*/ 9525 w 327025"/>
              <a:gd name="connsiteY0" fmla="*/ 0 h 1355725"/>
              <a:gd name="connsiteX1" fmla="*/ 327025 w 327025"/>
              <a:gd name="connsiteY1" fmla="*/ 73025 h 1355725"/>
              <a:gd name="connsiteX2" fmla="*/ 327025 w 327025"/>
              <a:gd name="connsiteY2" fmla="*/ 593725 h 1355725"/>
              <a:gd name="connsiteX3" fmla="*/ 0 w 327025"/>
              <a:gd name="connsiteY3" fmla="*/ 1355725 h 1355725"/>
              <a:gd name="connsiteX4" fmla="*/ 9525 w 327025"/>
              <a:gd name="connsiteY4" fmla="*/ 0 h 1355725"/>
              <a:gd name="connsiteX0" fmla="*/ 9525 w 327025"/>
              <a:gd name="connsiteY0" fmla="*/ 0 h 1355725"/>
              <a:gd name="connsiteX1" fmla="*/ 247650 w 327025"/>
              <a:gd name="connsiteY1" fmla="*/ 320675 h 1355725"/>
              <a:gd name="connsiteX2" fmla="*/ 327025 w 327025"/>
              <a:gd name="connsiteY2" fmla="*/ 593725 h 1355725"/>
              <a:gd name="connsiteX3" fmla="*/ 0 w 327025"/>
              <a:gd name="connsiteY3" fmla="*/ 1355725 h 1355725"/>
              <a:gd name="connsiteX4" fmla="*/ 9525 w 327025"/>
              <a:gd name="connsiteY4" fmla="*/ 0 h 1355725"/>
              <a:gd name="connsiteX0" fmla="*/ 9525 w 327025"/>
              <a:gd name="connsiteY0" fmla="*/ 0 h 1355725"/>
              <a:gd name="connsiteX1" fmla="*/ 247650 w 327025"/>
              <a:gd name="connsiteY1" fmla="*/ 320675 h 1355725"/>
              <a:gd name="connsiteX2" fmla="*/ 327025 w 327025"/>
              <a:gd name="connsiteY2" fmla="*/ 593725 h 1355725"/>
              <a:gd name="connsiteX3" fmla="*/ 0 w 327025"/>
              <a:gd name="connsiteY3" fmla="*/ 1355725 h 1355725"/>
              <a:gd name="connsiteX4" fmla="*/ 9525 w 327025"/>
              <a:gd name="connsiteY4" fmla="*/ 0 h 1355725"/>
              <a:gd name="connsiteX0" fmla="*/ 9525 w 247650"/>
              <a:gd name="connsiteY0" fmla="*/ 0 h 1400175"/>
              <a:gd name="connsiteX1" fmla="*/ 247650 w 247650"/>
              <a:gd name="connsiteY1" fmla="*/ 320675 h 1400175"/>
              <a:gd name="connsiteX2" fmla="*/ 225425 w 247650"/>
              <a:gd name="connsiteY2" fmla="*/ 1400175 h 1400175"/>
              <a:gd name="connsiteX3" fmla="*/ 0 w 247650"/>
              <a:gd name="connsiteY3" fmla="*/ 1355725 h 1400175"/>
              <a:gd name="connsiteX4" fmla="*/ 9525 w 247650"/>
              <a:gd name="connsiteY4" fmla="*/ 0 h 1400175"/>
              <a:gd name="connsiteX0" fmla="*/ 9525 w 247650"/>
              <a:gd name="connsiteY0" fmla="*/ 0 h 1838325"/>
              <a:gd name="connsiteX1" fmla="*/ 247650 w 247650"/>
              <a:gd name="connsiteY1" fmla="*/ 320675 h 1838325"/>
              <a:gd name="connsiteX2" fmla="*/ 212725 w 247650"/>
              <a:gd name="connsiteY2" fmla="*/ 1838325 h 1838325"/>
              <a:gd name="connsiteX3" fmla="*/ 0 w 247650"/>
              <a:gd name="connsiteY3" fmla="*/ 1355725 h 1838325"/>
              <a:gd name="connsiteX4" fmla="*/ 9525 w 247650"/>
              <a:gd name="connsiteY4" fmla="*/ 0 h 1838325"/>
              <a:gd name="connsiteX0" fmla="*/ 9525 w 247650"/>
              <a:gd name="connsiteY0" fmla="*/ 0 h 1838325"/>
              <a:gd name="connsiteX1" fmla="*/ 247650 w 247650"/>
              <a:gd name="connsiteY1" fmla="*/ 320675 h 1838325"/>
              <a:gd name="connsiteX2" fmla="*/ 212725 w 247650"/>
              <a:gd name="connsiteY2" fmla="*/ 1838325 h 1838325"/>
              <a:gd name="connsiteX3" fmla="*/ 0 w 247650"/>
              <a:gd name="connsiteY3" fmla="*/ 1355725 h 1838325"/>
              <a:gd name="connsiteX4" fmla="*/ 9525 w 247650"/>
              <a:gd name="connsiteY4" fmla="*/ 0 h 1838325"/>
              <a:gd name="connsiteX0" fmla="*/ 9525 w 247650"/>
              <a:gd name="connsiteY0" fmla="*/ 0 h 1828800"/>
              <a:gd name="connsiteX1" fmla="*/ 247650 w 247650"/>
              <a:gd name="connsiteY1" fmla="*/ 320675 h 1828800"/>
              <a:gd name="connsiteX2" fmla="*/ 215900 w 247650"/>
              <a:gd name="connsiteY2" fmla="*/ 1828800 h 1828800"/>
              <a:gd name="connsiteX3" fmla="*/ 0 w 247650"/>
              <a:gd name="connsiteY3" fmla="*/ 1355725 h 1828800"/>
              <a:gd name="connsiteX4" fmla="*/ 9525 w 247650"/>
              <a:gd name="connsiteY4" fmla="*/ 0 h 1828800"/>
              <a:gd name="connsiteX0" fmla="*/ 9525 w 247650"/>
              <a:gd name="connsiteY0" fmla="*/ 0 h 1828800"/>
              <a:gd name="connsiteX1" fmla="*/ 247650 w 247650"/>
              <a:gd name="connsiteY1" fmla="*/ 320675 h 1828800"/>
              <a:gd name="connsiteX2" fmla="*/ 215900 w 247650"/>
              <a:gd name="connsiteY2" fmla="*/ 1828800 h 1828800"/>
              <a:gd name="connsiteX3" fmla="*/ 0 w 247650"/>
              <a:gd name="connsiteY3" fmla="*/ 1355725 h 1828800"/>
              <a:gd name="connsiteX4" fmla="*/ 9525 w 247650"/>
              <a:gd name="connsiteY4" fmla="*/ 0 h 1828800"/>
              <a:gd name="connsiteX0" fmla="*/ 9525 w 247650"/>
              <a:gd name="connsiteY0" fmla="*/ 0 h 1806575"/>
              <a:gd name="connsiteX1" fmla="*/ 247650 w 247650"/>
              <a:gd name="connsiteY1" fmla="*/ 320675 h 1806575"/>
              <a:gd name="connsiteX2" fmla="*/ 228600 w 247650"/>
              <a:gd name="connsiteY2" fmla="*/ 1806575 h 1806575"/>
              <a:gd name="connsiteX3" fmla="*/ 0 w 247650"/>
              <a:gd name="connsiteY3" fmla="*/ 1355725 h 1806575"/>
              <a:gd name="connsiteX4" fmla="*/ 9525 w 247650"/>
              <a:gd name="connsiteY4" fmla="*/ 0 h 1806575"/>
              <a:gd name="connsiteX0" fmla="*/ 9525 w 247650"/>
              <a:gd name="connsiteY0" fmla="*/ 0 h 1806575"/>
              <a:gd name="connsiteX1" fmla="*/ 247650 w 247650"/>
              <a:gd name="connsiteY1" fmla="*/ 320675 h 1806575"/>
              <a:gd name="connsiteX2" fmla="*/ 228600 w 247650"/>
              <a:gd name="connsiteY2" fmla="*/ 1806575 h 1806575"/>
              <a:gd name="connsiteX3" fmla="*/ 0 w 247650"/>
              <a:gd name="connsiteY3" fmla="*/ 1355725 h 1806575"/>
              <a:gd name="connsiteX4" fmla="*/ 9525 w 247650"/>
              <a:gd name="connsiteY4" fmla="*/ 0 h 180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7650" h="1806575">
                <a:moveTo>
                  <a:pt x="9525" y="0"/>
                </a:moveTo>
                <a:cubicBezTo>
                  <a:pt x="88900" y="106892"/>
                  <a:pt x="241300" y="210608"/>
                  <a:pt x="247650" y="320675"/>
                </a:cubicBezTo>
                <a:cubicBezTo>
                  <a:pt x="236008" y="826558"/>
                  <a:pt x="256117" y="1303867"/>
                  <a:pt x="228600" y="1806575"/>
                </a:cubicBezTo>
                <a:cubicBezTo>
                  <a:pt x="156633" y="1766358"/>
                  <a:pt x="71967" y="1513417"/>
                  <a:pt x="0" y="1355725"/>
                </a:cubicBezTo>
                <a:lnTo>
                  <a:pt x="9525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71753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Forma&#10;&#10;Descripción generada automáticamente">
            <a:extLst>
              <a:ext uri="{FF2B5EF4-FFF2-40B4-BE49-F238E27FC236}">
                <a16:creationId xmlns:a16="http://schemas.microsoft.com/office/drawing/2014/main" id="{525BD017-21B6-433B-9986-36E321F2C1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082" y="763155"/>
            <a:ext cx="2219520" cy="2219520"/>
          </a:xfrm>
          <a:prstGeom prst="rect">
            <a:avLst/>
          </a:prstGeom>
        </p:spPr>
      </p:pic>
      <p:pic>
        <p:nvPicPr>
          <p:cNvPr id="7" name="Imagen 6" descr="Forma&#10;&#10;Descripción generada automáticamente">
            <a:extLst>
              <a:ext uri="{FF2B5EF4-FFF2-40B4-BE49-F238E27FC236}">
                <a16:creationId xmlns:a16="http://schemas.microsoft.com/office/drawing/2014/main" id="{2CAE60A4-E3F6-6808-52A5-26146B01964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8002" y="763155"/>
            <a:ext cx="2219520" cy="2219520"/>
          </a:xfrm>
          <a:prstGeom prst="rect">
            <a:avLst/>
          </a:prstGeom>
        </p:spPr>
      </p:pic>
      <p:pic>
        <p:nvPicPr>
          <p:cNvPr id="8" name="Imagen 7" descr="Forma&#10;&#10;Descripción generada automáticamente">
            <a:extLst>
              <a:ext uri="{FF2B5EF4-FFF2-40B4-BE49-F238E27FC236}">
                <a16:creationId xmlns:a16="http://schemas.microsoft.com/office/drawing/2014/main" id="{A20C91D5-08B9-1710-47CB-D9CED985775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0922" y="763155"/>
            <a:ext cx="2219520" cy="2219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213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4106CB50-B732-947A-3177-D9AF9C99235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869066" y="246953"/>
            <a:ext cx="2219136" cy="2225233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4A57BC54-BF37-E08C-44B3-7E5CCEE2EAC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288380" y="246952"/>
            <a:ext cx="2219136" cy="222523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C731A421-5E27-AABC-ECC9-3ECD52F704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540" y="246952"/>
            <a:ext cx="2219136" cy="2225233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4081B2D7-CACB-7EEC-E539-DF1AA6F845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540" y="2619470"/>
            <a:ext cx="2219136" cy="2219136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C097565B-A2CC-1909-BC4F-38B332D1B43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869066" y="2619470"/>
            <a:ext cx="2219136" cy="2219136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D57AD2FB-D0A2-624B-6A2A-5D52193406E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355592" y="2619470"/>
            <a:ext cx="2219136" cy="221913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C6485C8-3722-A2F1-1BCC-A7C74188EB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540" y="4985891"/>
            <a:ext cx="2219136" cy="221913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CF6C97C-E006-1A34-16F8-FBA59C354C28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801854" y="4985890"/>
            <a:ext cx="2219136" cy="221913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CA3AE51-A408-0FD4-7F80-588C7BC9D2D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355592" y="4985890"/>
            <a:ext cx="2219136" cy="2219136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B9D826F6-837A-8B5C-0128-904DFC350C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540" y="-2219136"/>
            <a:ext cx="2219136" cy="2219136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4B6D1103-BAA4-E695-D7B3-5428E9223FB2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869066" y="-2255641"/>
            <a:ext cx="2219136" cy="2219136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193DB3E6-7E9C-EC3D-D12D-BB60ABB82FD0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288380" y="-2324918"/>
            <a:ext cx="2219136" cy="2219136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66E3E145-60AC-234A-C908-5DFE7CD93E4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774906" y="210447"/>
            <a:ext cx="2219136" cy="2225233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FA79BADF-8AE7-A902-BA97-8066D1A8680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774906" y="2582965"/>
            <a:ext cx="2219136" cy="2219136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EC981467-A47D-883E-065F-ED43567AA66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774906" y="4949386"/>
            <a:ext cx="2219136" cy="2219136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DC0D71B9-A998-B37F-9877-1A44610BE096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774906" y="-2255641"/>
            <a:ext cx="2219136" cy="221913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CCF86C13-1CE9-8895-5C56-AA46CB46E7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99892" y="1581339"/>
            <a:ext cx="2219136" cy="2219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134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Un conjunto de letras blancas en un fondo blanco&#10;&#10;Descripción generada automáticamente con confianza baja">
            <a:extLst>
              <a:ext uri="{FF2B5EF4-FFF2-40B4-BE49-F238E27FC236}">
                <a16:creationId xmlns:a16="http://schemas.microsoft.com/office/drawing/2014/main" id="{14459D89-A1B1-3BF8-EF3A-6F5F44D1C3F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20334" r="6444" b="20667"/>
          <a:stretch/>
        </p:blipFill>
        <p:spPr>
          <a:xfrm>
            <a:off x="1942331" y="858774"/>
            <a:ext cx="7589669" cy="5140451"/>
          </a:xfrm>
          <a:prstGeom prst="rect">
            <a:avLst/>
          </a:prstGeom>
        </p:spPr>
      </p:pic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CC04B0C8-C437-A8F2-5C64-B157E1696B2B}"/>
              </a:ext>
            </a:extLst>
          </p:cNvPr>
          <p:cNvSpPr/>
          <p:nvPr/>
        </p:nvSpPr>
        <p:spPr>
          <a:xfrm>
            <a:off x="4957155" y="1519238"/>
            <a:ext cx="1917470" cy="1731168"/>
          </a:xfrm>
          <a:prstGeom prst="roundRect">
            <a:avLst>
              <a:gd name="adj" fmla="val 7760"/>
            </a:avLst>
          </a:prstGeom>
          <a:noFill/>
          <a:ln w="571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C18513E6-EE41-1DA8-218C-CE19F18A033F}"/>
              </a:ext>
            </a:extLst>
          </p:cNvPr>
          <p:cNvCxnSpPr>
            <a:cxnSpLocks/>
          </p:cNvCxnSpPr>
          <p:nvPr/>
        </p:nvCxnSpPr>
        <p:spPr>
          <a:xfrm>
            <a:off x="5041106" y="1519238"/>
            <a:ext cx="1754982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1E30EB79-D013-882D-812F-720EF0D2D0F2}"/>
              </a:ext>
            </a:extLst>
          </p:cNvPr>
          <p:cNvSpPr/>
          <p:nvPr/>
        </p:nvSpPr>
        <p:spPr>
          <a:xfrm>
            <a:off x="5191297" y="1296537"/>
            <a:ext cx="1458885" cy="1446663"/>
          </a:xfrm>
          <a:prstGeom prst="roundRect">
            <a:avLst>
              <a:gd name="adj" fmla="val 7760"/>
            </a:avLst>
          </a:prstGeom>
          <a:noFill/>
          <a:ln w="5715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E77512E5-DDF4-82DD-D38A-7D73C5AB2E50}"/>
              </a:ext>
            </a:extLst>
          </p:cNvPr>
          <p:cNvCxnSpPr>
            <a:cxnSpLocks/>
          </p:cNvCxnSpPr>
          <p:nvPr/>
        </p:nvCxnSpPr>
        <p:spPr>
          <a:xfrm flipV="1">
            <a:off x="4979194" y="1321594"/>
            <a:ext cx="257175" cy="25479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702BD878-46D6-5FBD-7B36-D262900F92FB}"/>
              </a:ext>
            </a:extLst>
          </p:cNvPr>
          <p:cNvCxnSpPr>
            <a:cxnSpLocks/>
          </p:cNvCxnSpPr>
          <p:nvPr/>
        </p:nvCxnSpPr>
        <p:spPr>
          <a:xfrm flipV="1">
            <a:off x="5006058" y="2715739"/>
            <a:ext cx="223838" cy="479641"/>
          </a:xfrm>
          <a:prstGeom prst="line">
            <a:avLst/>
          </a:prstGeom>
          <a:ln w="5715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17E0B789-09A5-5083-8778-89CC13B4FF2F}"/>
              </a:ext>
            </a:extLst>
          </p:cNvPr>
          <p:cNvCxnSpPr>
            <a:cxnSpLocks/>
          </p:cNvCxnSpPr>
          <p:nvPr/>
        </p:nvCxnSpPr>
        <p:spPr>
          <a:xfrm flipH="1" flipV="1">
            <a:off x="6610978" y="2705100"/>
            <a:ext cx="222690" cy="500920"/>
          </a:xfrm>
          <a:prstGeom prst="line">
            <a:avLst/>
          </a:prstGeom>
          <a:ln w="5715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CF95910B-5A31-9DB3-5A37-ED7EDFC20E9A}"/>
              </a:ext>
            </a:extLst>
          </p:cNvPr>
          <p:cNvCxnSpPr>
            <a:cxnSpLocks/>
          </p:cNvCxnSpPr>
          <p:nvPr/>
        </p:nvCxnSpPr>
        <p:spPr>
          <a:xfrm flipH="1" flipV="1">
            <a:off x="6610978" y="1321594"/>
            <a:ext cx="224443" cy="238125"/>
          </a:xfrm>
          <a:prstGeom prst="line">
            <a:avLst/>
          </a:prstGeom>
          <a:ln w="5715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7398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Un conjunto de letras blancas en un fondo blanco&#10;&#10;Descripción generada automáticamente con confianza baja">
            <a:extLst>
              <a:ext uri="{FF2B5EF4-FFF2-40B4-BE49-F238E27FC236}">
                <a16:creationId xmlns:a16="http://schemas.microsoft.com/office/drawing/2014/main" id="{14459D89-A1B1-3BF8-EF3A-6F5F44D1C3F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20334" r="6444" b="20667"/>
          <a:stretch/>
        </p:blipFill>
        <p:spPr>
          <a:xfrm>
            <a:off x="1942331" y="858774"/>
            <a:ext cx="7589669" cy="5140451"/>
          </a:xfrm>
          <a:prstGeom prst="rect">
            <a:avLst/>
          </a:prstGeom>
        </p:spPr>
      </p:pic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CC04B0C8-C437-A8F2-5C64-B157E1696B2B}"/>
              </a:ext>
            </a:extLst>
          </p:cNvPr>
          <p:cNvSpPr/>
          <p:nvPr/>
        </p:nvSpPr>
        <p:spPr>
          <a:xfrm>
            <a:off x="4957155" y="1519238"/>
            <a:ext cx="1917470" cy="1731168"/>
          </a:xfrm>
          <a:prstGeom prst="roundRect">
            <a:avLst>
              <a:gd name="adj" fmla="val 7760"/>
            </a:avLst>
          </a:prstGeom>
          <a:noFill/>
          <a:ln w="571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C18513E6-EE41-1DA8-218C-CE19F18A033F}"/>
              </a:ext>
            </a:extLst>
          </p:cNvPr>
          <p:cNvCxnSpPr>
            <a:cxnSpLocks/>
          </p:cNvCxnSpPr>
          <p:nvPr/>
        </p:nvCxnSpPr>
        <p:spPr>
          <a:xfrm>
            <a:off x="5041106" y="1519238"/>
            <a:ext cx="1754982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1E30EB79-D013-882D-812F-720EF0D2D0F2}"/>
              </a:ext>
            </a:extLst>
          </p:cNvPr>
          <p:cNvSpPr/>
          <p:nvPr/>
        </p:nvSpPr>
        <p:spPr>
          <a:xfrm>
            <a:off x="5191297" y="1296537"/>
            <a:ext cx="1458885" cy="1446663"/>
          </a:xfrm>
          <a:prstGeom prst="roundRect">
            <a:avLst>
              <a:gd name="adj" fmla="val 7760"/>
            </a:avLst>
          </a:prstGeom>
          <a:noFill/>
          <a:ln w="5715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E77512E5-DDF4-82DD-D38A-7D73C5AB2E50}"/>
              </a:ext>
            </a:extLst>
          </p:cNvPr>
          <p:cNvCxnSpPr>
            <a:cxnSpLocks/>
          </p:cNvCxnSpPr>
          <p:nvPr/>
        </p:nvCxnSpPr>
        <p:spPr>
          <a:xfrm flipV="1">
            <a:off x="4979194" y="1321594"/>
            <a:ext cx="257175" cy="25479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702BD878-46D6-5FBD-7B36-D262900F92FB}"/>
              </a:ext>
            </a:extLst>
          </p:cNvPr>
          <p:cNvCxnSpPr>
            <a:cxnSpLocks/>
          </p:cNvCxnSpPr>
          <p:nvPr/>
        </p:nvCxnSpPr>
        <p:spPr>
          <a:xfrm flipV="1">
            <a:off x="5006058" y="2715739"/>
            <a:ext cx="223838" cy="479641"/>
          </a:xfrm>
          <a:prstGeom prst="line">
            <a:avLst/>
          </a:prstGeom>
          <a:ln w="5715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17E0B789-09A5-5083-8778-89CC13B4FF2F}"/>
              </a:ext>
            </a:extLst>
          </p:cNvPr>
          <p:cNvCxnSpPr>
            <a:cxnSpLocks/>
          </p:cNvCxnSpPr>
          <p:nvPr/>
        </p:nvCxnSpPr>
        <p:spPr>
          <a:xfrm flipH="1" flipV="1">
            <a:off x="6610978" y="2705100"/>
            <a:ext cx="222690" cy="500920"/>
          </a:xfrm>
          <a:prstGeom prst="line">
            <a:avLst/>
          </a:prstGeom>
          <a:ln w="5715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CF95910B-5A31-9DB3-5A37-ED7EDFC20E9A}"/>
              </a:ext>
            </a:extLst>
          </p:cNvPr>
          <p:cNvCxnSpPr>
            <a:cxnSpLocks/>
          </p:cNvCxnSpPr>
          <p:nvPr/>
        </p:nvCxnSpPr>
        <p:spPr>
          <a:xfrm flipH="1" flipV="1">
            <a:off x="6610978" y="1321594"/>
            <a:ext cx="224443" cy="238125"/>
          </a:xfrm>
          <a:prstGeom prst="line">
            <a:avLst/>
          </a:prstGeom>
          <a:ln w="5715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riángulo isósceles 1">
            <a:extLst>
              <a:ext uri="{FF2B5EF4-FFF2-40B4-BE49-F238E27FC236}">
                <a16:creationId xmlns:a16="http://schemas.microsoft.com/office/drawing/2014/main" id="{D27DFB3C-EFB2-67B5-E842-CA6A79E19F03}"/>
              </a:ext>
            </a:extLst>
          </p:cNvPr>
          <p:cNvSpPr/>
          <p:nvPr/>
        </p:nvSpPr>
        <p:spPr>
          <a:xfrm>
            <a:off x="5679698" y="1813894"/>
            <a:ext cx="472383" cy="411947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20294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90AF1F72-76B5-D970-5713-374948E510AB}"/>
              </a:ext>
            </a:extLst>
          </p:cNvPr>
          <p:cNvGrpSpPr/>
          <p:nvPr/>
        </p:nvGrpSpPr>
        <p:grpSpPr>
          <a:xfrm>
            <a:off x="7460006" y="2319337"/>
            <a:ext cx="2219325" cy="2219325"/>
            <a:chOff x="7460006" y="2319337"/>
            <a:chExt cx="2219325" cy="2219325"/>
          </a:xfrm>
        </p:grpSpPr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C235114E-5770-BB95-AF15-AFC56DC1316B}"/>
                </a:ext>
              </a:extLst>
            </p:cNvPr>
            <p:cNvSpPr/>
            <p:nvPr/>
          </p:nvSpPr>
          <p:spPr>
            <a:xfrm>
              <a:off x="7460006" y="2319337"/>
              <a:ext cx="2219325" cy="22193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BA6436D7-B893-4BB3-C643-B6AD009D24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82032" y="2426121"/>
              <a:ext cx="1975275" cy="2005758"/>
            </a:xfrm>
            <a:prstGeom prst="rect">
              <a:avLst/>
            </a:prstGeom>
          </p:spPr>
        </p:pic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A79C51B7-1A7E-0191-15CA-12C4DBD62E8E}"/>
                </a:ext>
              </a:extLst>
            </p:cNvPr>
            <p:cNvSpPr/>
            <p:nvPr/>
          </p:nvSpPr>
          <p:spPr>
            <a:xfrm>
              <a:off x="9296744" y="2539998"/>
              <a:ext cx="247650" cy="1806575"/>
            </a:xfrm>
            <a:custGeom>
              <a:avLst/>
              <a:gdLst>
                <a:gd name="connsiteX0" fmla="*/ 0 w 279400"/>
                <a:gd name="connsiteY0" fmla="*/ 0 h 520700"/>
                <a:gd name="connsiteX1" fmla="*/ 279400 w 279400"/>
                <a:gd name="connsiteY1" fmla="*/ 0 h 520700"/>
                <a:gd name="connsiteX2" fmla="*/ 279400 w 279400"/>
                <a:gd name="connsiteY2" fmla="*/ 520700 h 520700"/>
                <a:gd name="connsiteX3" fmla="*/ 0 w 279400"/>
                <a:gd name="connsiteY3" fmla="*/ 520700 h 520700"/>
                <a:gd name="connsiteX4" fmla="*/ 0 w 279400"/>
                <a:gd name="connsiteY4" fmla="*/ 0 h 520700"/>
                <a:gd name="connsiteX0" fmla="*/ 0 w 317500"/>
                <a:gd name="connsiteY0" fmla="*/ 0 h 593725"/>
                <a:gd name="connsiteX1" fmla="*/ 317500 w 317500"/>
                <a:gd name="connsiteY1" fmla="*/ 73025 h 593725"/>
                <a:gd name="connsiteX2" fmla="*/ 317500 w 317500"/>
                <a:gd name="connsiteY2" fmla="*/ 593725 h 593725"/>
                <a:gd name="connsiteX3" fmla="*/ 38100 w 317500"/>
                <a:gd name="connsiteY3" fmla="*/ 593725 h 593725"/>
                <a:gd name="connsiteX4" fmla="*/ 0 w 317500"/>
                <a:gd name="connsiteY4" fmla="*/ 0 h 593725"/>
                <a:gd name="connsiteX0" fmla="*/ 9525 w 327025"/>
                <a:gd name="connsiteY0" fmla="*/ 0 h 1355725"/>
                <a:gd name="connsiteX1" fmla="*/ 327025 w 327025"/>
                <a:gd name="connsiteY1" fmla="*/ 73025 h 1355725"/>
                <a:gd name="connsiteX2" fmla="*/ 327025 w 327025"/>
                <a:gd name="connsiteY2" fmla="*/ 593725 h 1355725"/>
                <a:gd name="connsiteX3" fmla="*/ 0 w 327025"/>
                <a:gd name="connsiteY3" fmla="*/ 1355725 h 1355725"/>
                <a:gd name="connsiteX4" fmla="*/ 9525 w 327025"/>
                <a:gd name="connsiteY4" fmla="*/ 0 h 1355725"/>
                <a:gd name="connsiteX0" fmla="*/ 9525 w 327025"/>
                <a:gd name="connsiteY0" fmla="*/ 0 h 1355725"/>
                <a:gd name="connsiteX1" fmla="*/ 247650 w 327025"/>
                <a:gd name="connsiteY1" fmla="*/ 320675 h 1355725"/>
                <a:gd name="connsiteX2" fmla="*/ 327025 w 327025"/>
                <a:gd name="connsiteY2" fmla="*/ 593725 h 1355725"/>
                <a:gd name="connsiteX3" fmla="*/ 0 w 327025"/>
                <a:gd name="connsiteY3" fmla="*/ 1355725 h 1355725"/>
                <a:gd name="connsiteX4" fmla="*/ 9525 w 327025"/>
                <a:gd name="connsiteY4" fmla="*/ 0 h 1355725"/>
                <a:gd name="connsiteX0" fmla="*/ 9525 w 327025"/>
                <a:gd name="connsiteY0" fmla="*/ 0 h 1355725"/>
                <a:gd name="connsiteX1" fmla="*/ 247650 w 327025"/>
                <a:gd name="connsiteY1" fmla="*/ 320675 h 1355725"/>
                <a:gd name="connsiteX2" fmla="*/ 327025 w 327025"/>
                <a:gd name="connsiteY2" fmla="*/ 593725 h 1355725"/>
                <a:gd name="connsiteX3" fmla="*/ 0 w 327025"/>
                <a:gd name="connsiteY3" fmla="*/ 1355725 h 1355725"/>
                <a:gd name="connsiteX4" fmla="*/ 9525 w 327025"/>
                <a:gd name="connsiteY4" fmla="*/ 0 h 1355725"/>
                <a:gd name="connsiteX0" fmla="*/ 9525 w 247650"/>
                <a:gd name="connsiteY0" fmla="*/ 0 h 1400175"/>
                <a:gd name="connsiteX1" fmla="*/ 247650 w 247650"/>
                <a:gd name="connsiteY1" fmla="*/ 320675 h 1400175"/>
                <a:gd name="connsiteX2" fmla="*/ 225425 w 247650"/>
                <a:gd name="connsiteY2" fmla="*/ 1400175 h 1400175"/>
                <a:gd name="connsiteX3" fmla="*/ 0 w 247650"/>
                <a:gd name="connsiteY3" fmla="*/ 1355725 h 1400175"/>
                <a:gd name="connsiteX4" fmla="*/ 9525 w 247650"/>
                <a:gd name="connsiteY4" fmla="*/ 0 h 1400175"/>
                <a:gd name="connsiteX0" fmla="*/ 9525 w 247650"/>
                <a:gd name="connsiteY0" fmla="*/ 0 h 1838325"/>
                <a:gd name="connsiteX1" fmla="*/ 247650 w 247650"/>
                <a:gd name="connsiteY1" fmla="*/ 320675 h 1838325"/>
                <a:gd name="connsiteX2" fmla="*/ 212725 w 247650"/>
                <a:gd name="connsiteY2" fmla="*/ 1838325 h 1838325"/>
                <a:gd name="connsiteX3" fmla="*/ 0 w 247650"/>
                <a:gd name="connsiteY3" fmla="*/ 1355725 h 1838325"/>
                <a:gd name="connsiteX4" fmla="*/ 9525 w 247650"/>
                <a:gd name="connsiteY4" fmla="*/ 0 h 1838325"/>
                <a:gd name="connsiteX0" fmla="*/ 9525 w 247650"/>
                <a:gd name="connsiteY0" fmla="*/ 0 h 1838325"/>
                <a:gd name="connsiteX1" fmla="*/ 247650 w 247650"/>
                <a:gd name="connsiteY1" fmla="*/ 320675 h 1838325"/>
                <a:gd name="connsiteX2" fmla="*/ 212725 w 247650"/>
                <a:gd name="connsiteY2" fmla="*/ 1838325 h 1838325"/>
                <a:gd name="connsiteX3" fmla="*/ 0 w 247650"/>
                <a:gd name="connsiteY3" fmla="*/ 1355725 h 1838325"/>
                <a:gd name="connsiteX4" fmla="*/ 9525 w 247650"/>
                <a:gd name="connsiteY4" fmla="*/ 0 h 1838325"/>
                <a:gd name="connsiteX0" fmla="*/ 9525 w 247650"/>
                <a:gd name="connsiteY0" fmla="*/ 0 h 1828800"/>
                <a:gd name="connsiteX1" fmla="*/ 247650 w 247650"/>
                <a:gd name="connsiteY1" fmla="*/ 320675 h 1828800"/>
                <a:gd name="connsiteX2" fmla="*/ 215900 w 247650"/>
                <a:gd name="connsiteY2" fmla="*/ 1828800 h 1828800"/>
                <a:gd name="connsiteX3" fmla="*/ 0 w 247650"/>
                <a:gd name="connsiteY3" fmla="*/ 1355725 h 1828800"/>
                <a:gd name="connsiteX4" fmla="*/ 9525 w 247650"/>
                <a:gd name="connsiteY4" fmla="*/ 0 h 1828800"/>
                <a:gd name="connsiteX0" fmla="*/ 9525 w 247650"/>
                <a:gd name="connsiteY0" fmla="*/ 0 h 1828800"/>
                <a:gd name="connsiteX1" fmla="*/ 247650 w 247650"/>
                <a:gd name="connsiteY1" fmla="*/ 320675 h 1828800"/>
                <a:gd name="connsiteX2" fmla="*/ 215900 w 247650"/>
                <a:gd name="connsiteY2" fmla="*/ 1828800 h 1828800"/>
                <a:gd name="connsiteX3" fmla="*/ 0 w 247650"/>
                <a:gd name="connsiteY3" fmla="*/ 1355725 h 1828800"/>
                <a:gd name="connsiteX4" fmla="*/ 9525 w 247650"/>
                <a:gd name="connsiteY4" fmla="*/ 0 h 1828800"/>
                <a:gd name="connsiteX0" fmla="*/ 9525 w 247650"/>
                <a:gd name="connsiteY0" fmla="*/ 0 h 1806575"/>
                <a:gd name="connsiteX1" fmla="*/ 247650 w 247650"/>
                <a:gd name="connsiteY1" fmla="*/ 320675 h 1806575"/>
                <a:gd name="connsiteX2" fmla="*/ 228600 w 247650"/>
                <a:gd name="connsiteY2" fmla="*/ 1806575 h 1806575"/>
                <a:gd name="connsiteX3" fmla="*/ 0 w 247650"/>
                <a:gd name="connsiteY3" fmla="*/ 1355725 h 1806575"/>
                <a:gd name="connsiteX4" fmla="*/ 9525 w 247650"/>
                <a:gd name="connsiteY4" fmla="*/ 0 h 1806575"/>
                <a:gd name="connsiteX0" fmla="*/ 9525 w 247650"/>
                <a:gd name="connsiteY0" fmla="*/ 0 h 1806575"/>
                <a:gd name="connsiteX1" fmla="*/ 247650 w 247650"/>
                <a:gd name="connsiteY1" fmla="*/ 320675 h 1806575"/>
                <a:gd name="connsiteX2" fmla="*/ 228600 w 247650"/>
                <a:gd name="connsiteY2" fmla="*/ 1806575 h 1806575"/>
                <a:gd name="connsiteX3" fmla="*/ 0 w 247650"/>
                <a:gd name="connsiteY3" fmla="*/ 1355725 h 1806575"/>
                <a:gd name="connsiteX4" fmla="*/ 9525 w 247650"/>
                <a:gd name="connsiteY4" fmla="*/ 0 h 1806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7650" h="1806575">
                  <a:moveTo>
                    <a:pt x="9525" y="0"/>
                  </a:moveTo>
                  <a:cubicBezTo>
                    <a:pt x="88900" y="106892"/>
                    <a:pt x="241300" y="210608"/>
                    <a:pt x="247650" y="320675"/>
                  </a:cubicBezTo>
                  <a:cubicBezTo>
                    <a:pt x="236008" y="826558"/>
                    <a:pt x="256117" y="1303867"/>
                    <a:pt x="228600" y="1806575"/>
                  </a:cubicBezTo>
                  <a:cubicBezTo>
                    <a:pt x="156633" y="1766358"/>
                    <a:pt x="71967" y="1513417"/>
                    <a:pt x="0" y="1355725"/>
                  </a:cubicBezTo>
                  <a:lnTo>
                    <a:pt x="9525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D16324D9-79AF-058A-5B92-CF9DB94CEE86}"/>
                </a:ext>
              </a:extLst>
            </p:cNvPr>
            <p:cNvSpPr/>
            <p:nvPr/>
          </p:nvSpPr>
          <p:spPr>
            <a:xfrm>
              <a:off x="7648161" y="3881648"/>
              <a:ext cx="1824063" cy="509146"/>
            </a:xfrm>
            <a:custGeom>
              <a:avLst/>
              <a:gdLst>
                <a:gd name="connsiteX0" fmla="*/ 0 w 942827"/>
                <a:gd name="connsiteY0" fmla="*/ 0 h 345862"/>
                <a:gd name="connsiteX1" fmla="*/ 942827 w 942827"/>
                <a:gd name="connsiteY1" fmla="*/ 0 h 345862"/>
                <a:gd name="connsiteX2" fmla="*/ 942827 w 942827"/>
                <a:gd name="connsiteY2" fmla="*/ 345862 h 345862"/>
                <a:gd name="connsiteX3" fmla="*/ 0 w 942827"/>
                <a:gd name="connsiteY3" fmla="*/ 345862 h 345862"/>
                <a:gd name="connsiteX4" fmla="*/ 0 w 942827"/>
                <a:gd name="connsiteY4" fmla="*/ 0 h 345862"/>
                <a:gd name="connsiteX0" fmla="*/ 0 w 1179718"/>
                <a:gd name="connsiteY0" fmla="*/ 0 h 469045"/>
                <a:gd name="connsiteX1" fmla="*/ 1179718 w 1179718"/>
                <a:gd name="connsiteY1" fmla="*/ 123183 h 469045"/>
                <a:gd name="connsiteX2" fmla="*/ 1179718 w 1179718"/>
                <a:gd name="connsiteY2" fmla="*/ 469045 h 469045"/>
                <a:gd name="connsiteX3" fmla="*/ 236891 w 1179718"/>
                <a:gd name="connsiteY3" fmla="*/ 469045 h 469045"/>
                <a:gd name="connsiteX4" fmla="*/ 0 w 1179718"/>
                <a:gd name="connsiteY4" fmla="*/ 0 h 469045"/>
                <a:gd name="connsiteX0" fmla="*/ 0 w 1435561"/>
                <a:gd name="connsiteY0" fmla="*/ 0 h 469045"/>
                <a:gd name="connsiteX1" fmla="*/ 1435561 w 1435561"/>
                <a:gd name="connsiteY1" fmla="*/ 9476 h 469045"/>
                <a:gd name="connsiteX2" fmla="*/ 1179718 w 1435561"/>
                <a:gd name="connsiteY2" fmla="*/ 469045 h 469045"/>
                <a:gd name="connsiteX3" fmla="*/ 236891 w 1435561"/>
                <a:gd name="connsiteY3" fmla="*/ 469045 h 469045"/>
                <a:gd name="connsiteX4" fmla="*/ 0 w 1435561"/>
                <a:gd name="connsiteY4" fmla="*/ 0 h 469045"/>
                <a:gd name="connsiteX0" fmla="*/ 213203 w 1648764"/>
                <a:gd name="connsiteY0" fmla="*/ 0 h 506948"/>
                <a:gd name="connsiteX1" fmla="*/ 1648764 w 1648764"/>
                <a:gd name="connsiteY1" fmla="*/ 9476 h 506948"/>
                <a:gd name="connsiteX2" fmla="*/ 1392921 w 1648764"/>
                <a:gd name="connsiteY2" fmla="*/ 469045 h 506948"/>
                <a:gd name="connsiteX3" fmla="*/ 0 w 1648764"/>
                <a:gd name="connsiteY3" fmla="*/ 506948 h 506948"/>
                <a:gd name="connsiteX4" fmla="*/ 213203 w 1648764"/>
                <a:gd name="connsiteY4" fmla="*/ 0 h 506948"/>
                <a:gd name="connsiteX0" fmla="*/ 213203 w 1824063"/>
                <a:gd name="connsiteY0" fmla="*/ 0 h 506948"/>
                <a:gd name="connsiteX1" fmla="*/ 1648764 w 1824063"/>
                <a:gd name="connsiteY1" fmla="*/ 9476 h 506948"/>
                <a:gd name="connsiteX2" fmla="*/ 1824063 w 1824063"/>
                <a:gd name="connsiteY2" fmla="*/ 506948 h 506948"/>
                <a:gd name="connsiteX3" fmla="*/ 0 w 1824063"/>
                <a:gd name="connsiteY3" fmla="*/ 506948 h 506948"/>
                <a:gd name="connsiteX4" fmla="*/ 213203 w 1824063"/>
                <a:gd name="connsiteY4" fmla="*/ 0 h 506948"/>
                <a:gd name="connsiteX0" fmla="*/ 213203 w 1824063"/>
                <a:gd name="connsiteY0" fmla="*/ 0 h 513265"/>
                <a:gd name="connsiteX1" fmla="*/ 1648764 w 1824063"/>
                <a:gd name="connsiteY1" fmla="*/ 9476 h 513265"/>
                <a:gd name="connsiteX2" fmla="*/ 1824063 w 1824063"/>
                <a:gd name="connsiteY2" fmla="*/ 506948 h 513265"/>
                <a:gd name="connsiteX3" fmla="*/ 0 w 1824063"/>
                <a:gd name="connsiteY3" fmla="*/ 506948 h 513265"/>
                <a:gd name="connsiteX4" fmla="*/ 213203 w 1824063"/>
                <a:gd name="connsiteY4" fmla="*/ 0 h 513265"/>
                <a:gd name="connsiteX0" fmla="*/ 237917 w 1824063"/>
                <a:gd name="connsiteY0" fmla="*/ 0 h 509146"/>
                <a:gd name="connsiteX1" fmla="*/ 1648764 w 1824063"/>
                <a:gd name="connsiteY1" fmla="*/ 5357 h 509146"/>
                <a:gd name="connsiteX2" fmla="*/ 1824063 w 1824063"/>
                <a:gd name="connsiteY2" fmla="*/ 502829 h 509146"/>
                <a:gd name="connsiteX3" fmla="*/ 0 w 1824063"/>
                <a:gd name="connsiteY3" fmla="*/ 502829 h 509146"/>
                <a:gd name="connsiteX4" fmla="*/ 237917 w 1824063"/>
                <a:gd name="connsiteY4" fmla="*/ 0 h 509146"/>
                <a:gd name="connsiteX0" fmla="*/ 237917 w 1824063"/>
                <a:gd name="connsiteY0" fmla="*/ 0 h 509146"/>
                <a:gd name="connsiteX1" fmla="*/ 1648764 w 1824063"/>
                <a:gd name="connsiteY1" fmla="*/ 5357 h 509146"/>
                <a:gd name="connsiteX2" fmla="*/ 1824063 w 1824063"/>
                <a:gd name="connsiteY2" fmla="*/ 502829 h 509146"/>
                <a:gd name="connsiteX3" fmla="*/ 0 w 1824063"/>
                <a:gd name="connsiteY3" fmla="*/ 502829 h 509146"/>
                <a:gd name="connsiteX4" fmla="*/ 237917 w 1824063"/>
                <a:gd name="connsiteY4" fmla="*/ 0 h 509146"/>
                <a:gd name="connsiteX0" fmla="*/ 237917 w 1824063"/>
                <a:gd name="connsiteY0" fmla="*/ 0 h 509146"/>
                <a:gd name="connsiteX1" fmla="*/ 1640526 w 1824063"/>
                <a:gd name="connsiteY1" fmla="*/ 17714 h 509146"/>
                <a:gd name="connsiteX2" fmla="*/ 1824063 w 1824063"/>
                <a:gd name="connsiteY2" fmla="*/ 502829 h 509146"/>
                <a:gd name="connsiteX3" fmla="*/ 0 w 1824063"/>
                <a:gd name="connsiteY3" fmla="*/ 502829 h 509146"/>
                <a:gd name="connsiteX4" fmla="*/ 237917 w 1824063"/>
                <a:gd name="connsiteY4" fmla="*/ 0 h 509146"/>
                <a:gd name="connsiteX0" fmla="*/ 237917 w 1824063"/>
                <a:gd name="connsiteY0" fmla="*/ 0 h 509146"/>
                <a:gd name="connsiteX1" fmla="*/ 1648764 w 1824063"/>
                <a:gd name="connsiteY1" fmla="*/ 5358 h 509146"/>
                <a:gd name="connsiteX2" fmla="*/ 1824063 w 1824063"/>
                <a:gd name="connsiteY2" fmla="*/ 502829 h 509146"/>
                <a:gd name="connsiteX3" fmla="*/ 0 w 1824063"/>
                <a:gd name="connsiteY3" fmla="*/ 502829 h 509146"/>
                <a:gd name="connsiteX4" fmla="*/ 237917 w 1824063"/>
                <a:gd name="connsiteY4" fmla="*/ 0 h 509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4063" h="509146">
                  <a:moveTo>
                    <a:pt x="237917" y="0"/>
                  </a:moveTo>
                  <a:cubicBezTo>
                    <a:pt x="704080" y="18262"/>
                    <a:pt x="1178482" y="3572"/>
                    <a:pt x="1648764" y="5358"/>
                  </a:cubicBezTo>
                  <a:lnTo>
                    <a:pt x="1824063" y="502829"/>
                  </a:lnTo>
                  <a:cubicBezTo>
                    <a:pt x="1201829" y="517043"/>
                    <a:pt x="608021" y="502829"/>
                    <a:pt x="0" y="502829"/>
                  </a:cubicBezTo>
                  <a:lnTo>
                    <a:pt x="237917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sp>
        <p:nvSpPr>
          <p:cNvPr id="20" name="Rectángulo 19">
            <a:extLst>
              <a:ext uri="{FF2B5EF4-FFF2-40B4-BE49-F238E27FC236}">
                <a16:creationId xmlns:a16="http://schemas.microsoft.com/office/drawing/2014/main" id="{F6555F23-716A-CE7D-1118-92D5B451E6A9}"/>
              </a:ext>
            </a:extLst>
          </p:cNvPr>
          <p:cNvSpPr/>
          <p:nvPr/>
        </p:nvSpPr>
        <p:spPr>
          <a:xfrm>
            <a:off x="2329008" y="2333622"/>
            <a:ext cx="2219325" cy="2219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21" name="Grupo 20">
            <a:extLst>
              <a:ext uri="{FF2B5EF4-FFF2-40B4-BE49-F238E27FC236}">
                <a16:creationId xmlns:a16="http://schemas.microsoft.com/office/drawing/2014/main" id="{F2E531AB-AF5D-F982-10F9-4C98B5823F37}"/>
              </a:ext>
            </a:extLst>
          </p:cNvPr>
          <p:cNvGrpSpPr/>
          <p:nvPr/>
        </p:nvGrpSpPr>
        <p:grpSpPr>
          <a:xfrm>
            <a:off x="2479937" y="2471112"/>
            <a:ext cx="1917470" cy="1953869"/>
            <a:chOff x="4957155" y="1296537"/>
            <a:chExt cx="1917470" cy="1953869"/>
          </a:xfrm>
        </p:grpSpPr>
        <p:sp>
          <p:nvSpPr>
            <p:cNvPr id="22" name="Rectángulo: esquinas redondeadas 21">
              <a:extLst>
                <a:ext uri="{FF2B5EF4-FFF2-40B4-BE49-F238E27FC236}">
                  <a16:creationId xmlns:a16="http://schemas.microsoft.com/office/drawing/2014/main" id="{138C1900-0419-BD99-592F-12B613C41CCF}"/>
                </a:ext>
              </a:extLst>
            </p:cNvPr>
            <p:cNvSpPr/>
            <p:nvPr/>
          </p:nvSpPr>
          <p:spPr>
            <a:xfrm>
              <a:off x="4957155" y="1519238"/>
              <a:ext cx="1917470" cy="1731168"/>
            </a:xfrm>
            <a:prstGeom prst="roundRect">
              <a:avLst>
                <a:gd name="adj" fmla="val 7760"/>
              </a:avLst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23" name="Conector recto 22">
              <a:extLst>
                <a:ext uri="{FF2B5EF4-FFF2-40B4-BE49-F238E27FC236}">
                  <a16:creationId xmlns:a16="http://schemas.microsoft.com/office/drawing/2014/main" id="{A12EF9DD-0A32-1A85-9A64-30EC8DDFA397}"/>
                </a:ext>
              </a:extLst>
            </p:cNvPr>
            <p:cNvCxnSpPr>
              <a:cxnSpLocks/>
            </p:cNvCxnSpPr>
            <p:nvPr/>
          </p:nvCxnSpPr>
          <p:spPr>
            <a:xfrm>
              <a:off x="5041106" y="1519237"/>
              <a:ext cx="1754982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ángulo: esquinas redondeadas 23">
              <a:extLst>
                <a:ext uri="{FF2B5EF4-FFF2-40B4-BE49-F238E27FC236}">
                  <a16:creationId xmlns:a16="http://schemas.microsoft.com/office/drawing/2014/main" id="{73DDE1D4-8232-91CC-8446-B0E5B7904204}"/>
                </a:ext>
              </a:extLst>
            </p:cNvPr>
            <p:cNvSpPr/>
            <p:nvPr/>
          </p:nvSpPr>
          <p:spPr>
            <a:xfrm>
              <a:off x="5191297" y="1296537"/>
              <a:ext cx="1458885" cy="1446663"/>
            </a:xfrm>
            <a:prstGeom prst="roundRect">
              <a:avLst>
                <a:gd name="adj" fmla="val 7760"/>
              </a:avLst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25" name="Conector recto 24">
              <a:extLst>
                <a:ext uri="{FF2B5EF4-FFF2-40B4-BE49-F238E27FC236}">
                  <a16:creationId xmlns:a16="http://schemas.microsoft.com/office/drawing/2014/main" id="{C19F5C4F-54F6-1585-A814-E8E4F79BF6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31718" y="1389512"/>
              <a:ext cx="100185" cy="18574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cto 25">
              <a:extLst>
                <a:ext uri="{FF2B5EF4-FFF2-40B4-BE49-F238E27FC236}">
                  <a16:creationId xmlns:a16="http://schemas.microsoft.com/office/drawing/2014/main" id="{A5568DF5-BD07-793D-72CF-D2FA18D03A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82755" y="1321594"/>
              <a:ext cx="247141" cy="253658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recto 26">
              <a:extLst>
                <a:ext uri="{FF2B5EF4-FFF2-40B4-BE49-F238E27FC236}">
                  <a16:creationId xmlns:a16="http://schemas.microsoft.com/office/drawing/2014/main" id="{C9A2E042-B712-3CF2-B2D7-FF41BBFEB7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06058" y="2715739"/>
              <a:ext cx="223838" cy="47964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8241555F-2624-9551-C22C-60BD6FBAC5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10978" y="2705100"/>
              <a:ext cx="222690" cy="50092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recto 28">
              <a:extLst>
                <a:ext uri="{FF2B5EF4-FFF2-40B4-BE49-F238E27FC236}">
                  <a16:creationId xmlns:a16="http://schemas.microsoft.com/office/drawing/2014/main" id="{7D4D120F-6E48-C491-5082-14E01633B45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12799" y="1387131"/>
              <a:ext cx="83289" cy="232119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cto 29">
              <a:extLst>
                <a:ext uri="{FF2B5EF4-FFF2-40B4-BE49-F238E27FC236}">
                  <a16:creationId xmlns:a16="http://schemas.microsoft.com/office/drawing/2014/main" id="{1BDF3165-F1C5-AE97-F5BE-6E9541E55D0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10978" y="1321594"/>
              <a:ext cx="238821" cy="253658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riángulo isósceles 30">
              <a:extLst>
                <a:ext uri="{FF2B5EF4-FFF2-40B4-BE49-F238E27FC236}">
                  <a16:creationId xmlns:a16="http://schemas.microsoft.com/office/drawing/2014/main" id="{0EB01E31-32D1-56E5-77BB-96B165263E87}"/>
                </a:ext>
              </a:extLst>
            </p:cNvPr>
            <p:cNvSpPr/>
            <p:nvPr/>
          </p:nvSpPr>
          <p:spPr>
            <a:xfrm>
              <a:off x="5679698" y="1813894"/>
              <a:ext cx="472383" cy="411947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</p:spTree>
    <p:extLst>
      <p:ext uri="{BB962C8B-B14F-4D97-AF65-F5344CB8AC3E}">
        <p14:creationId xmlns:p14="http://schemas.microsoft.com/office/powerpoint/2010/main" val="2081299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ángulo 48">
            <a:extLst>
              <a:ext uri="{FF2B5EF4-FFF2-40B4-BE49-F238E27FC236}">
                <a16:creationId xmlns:a16="http://schemas.microsoft.com/office/drawing/2014/main" id="{F7D0B486-F5B9-C4F3-BA59-9D103F02D475}"/>
              </a:ext>
            </a:extLst>
          </p:cNvPr>
          <p:cNvSpPr/>
          <p:nvPr/>
        </p:nvSpPr>
        <p:spPr>
          <a:xfrm>
            <a:off x="5448300" y="1285875"/>
            <a:ext cx="2219325" cy="2219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47" name="Grupo 46">
            <a:extLst>
              <a:ext uri="{FF2B5EF4-FFF2-40B4-BE49-F238E27FC236}">
                <a16:creationId xmlns:a16="http://schemas.microsoft.com/office/drawing/2014/main" id="{EEA0B79A-3945-BE55-2FF7-DFBDC210CC39}"/>
              </a:ext>
            </a:extLst>
          </p:cNvPr>
          <p:cNvGrpSpPr/>
          <p:nvPr/>
        </p:nvGrpSpPr>
        <p:grpSpPr>
          <a:xfrm>
            <a:off x="5642090" y="1431129"/>
            <a:ext cx="1917470" cy="1953869"/>
            <a:chOff x="4957155" y="1296537"/>
            <a:chExt cx="1917470" cy="1953869"/>
          </a:xfrm>
        </p:grpSpPr>
        <p:sp>
          <p:nvSpPr>
            <p:cNvPr id="11" name="Rectángulo: esquinas redondeadas 10">
              <a:extLst>
                <a:ext uri="{FF2B5EF4-FFF2-40B4-BE49-F238E27FC236}">
                  <a16:creationId xmlns:a16="http://schemas.microsoft.com/office/drawing/2014/main" id="{CC04B0C8-C437-A8F2-5C64-B157E1696B2B}"/>
                </a:ext>
              </a:extLst>
            </p:cNvPr>
            <p:cNvSpPr/>
            <p:nvPr/>
          </p:nvSpPr>
          <p:spPr>
            <a:xfrm>
              <a:off x="4957155" y="1519238"/>
              <a:ext cx="1917470" cy="1731168"/>
            </a:xfrm>
            <a:prstGeom prst="roundRect">
              <a:avLst>
                <a:gd name="adj" fmla="val 7760"/>
              </a:avLst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30" name="Conector recto 29">
              <a:extLst>
                <a:ext uri="{FF2B5EF4-FFF2-40B4-BE49-F238E27FC236}">
                  <a16:creationId xmlns:a16="http://schemas.microsoft.com/office/drawing/2014/main" id="{C18513E6-EE41-1DA8-218C-CE19F18A033F}"/>
                </a:ext>
              </a:extLst>
            </p:cNvPr>
            <p:cNvCxnSpPr>
              <a:cxnSpLocks/>
            </p:cNvCxnSpPr>
            <p:nvPr/>
          </p:nvCxnSpPr>
          <p:spPr>
            <a:xfrm>
              <a:off x="5041106" y="1519237"/>
              <a:ext cx="1754982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ángulo: esquinas redondeadas 9">
              <a:extLst>
                <a:ext uri="{FF2B5EF4-FFF2-40B4-BE49-F238E27FC236}">
                  <a16:creationId xmlns:a16="http://schemas.microsoft.com/office/drawing/2014/main" id="{1E30EB79-D013-882D-812F-720EF0D2D0F2}"/>
                </a:ext>
              </a:extLst>
            </p:cNvPr>
            <p:cNvSpPr/>
            <p:nvPr/>
          </p:nvSpPr>
          <p:spPr>
            <a:xfrm>
              <a:off x="5191297" y="1296537"/>
              <a:ext cx="1458885" cy="1446663"/>
            </a:xfrm>
            <a:prstGeom prst="roundRect">
              <a:avLst>
                <a:gd name="adj" fmla="val 7760"/>
              </a:avLst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29" name="Conector recto 28">
              <a:extLst>
                <a:ext uri="{FF2B5EF4-FFF2-40B4-BE49-F238E27FC236}">
                  <a16:creationId xmlns:a16="http://schemas.microsoft.com/office/drawing/2014/main" id="{0ACCE135-9D8D-D269-6668-6BFD63F2B9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31718" y="1389512"/>
              <a:ext cx="100185" cy="18574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E77512E5-DDF4-82DD-D38A-7D73C5AB2E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82755" y="1321594"/>
              <a:ext cx="247141" cy="253658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702BD878-46D6-5FBD-7B36-D262900F92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06058" y="2715739"/>
              <a:ext cx="223838" cy="47964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17E0B789-09A5-5083-8778-89CC13B4FF2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10978" y="2705100"/>
              <a:ext cx="222690" cy="50092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B67DAC20-931D-C221-6F8F-4CB9AE2D484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12799" y="1387131"/>
              <a:ext cx="83289" cy="232119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recto 26">
              <a:extLst>
                <a:ext uri="{FF2B5EF4-FFF2-40B4-BE49-F238E27FC236}">
                  <a16:creationId xmlns:a16="http://schemas.microsoft.com/office/drawing/2014/main" id="{CF95910B-5A31-9DB3-5A37-ED7EDFC20E9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10978" y="1321594"/>
              <a:ext cx="238821" cy="253658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Triángulo isósceles 1">
              <a:extLst>
                <a:ext uri="{FF2B5EF4-FFF2-40B4-BE49-F238E27FC236}">
                  <a16:creationId xmlns:a16="http://schemas.microsoft.com/office/drawing/2014/main" id="{D27DFB3C-EFB2-67B5-E842-CA6A79E19F03}"/>
                </a:ext>
              </a:extLst>
            </p:cNvPr>
            <p:cNvSpPr/>
            <p:nvPr/>
          </p:nvSpPr>
          <p:spPr>
            <a:xfrm>
              <a:off x="5679698" y="1813894"/>
              <a:ext cx="472383" cy="411947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</p:spTree>
    <p:extLst>
      <p:ext uri="{BB962C8B-B14F-4D97-AF65-F5344CB8AC3E}">
        <p14:creationId xmlns:p14="http://schemas.microsoft.com/office/powerpoint/2010/main" val="214567904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0</Words>
  <Application>Microsoft Office PowerPoint</Application>
  <PresentationFormat>Panorámica</PresentationFormat>
  <Paragraphs>0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 FRANCISCO AVILA HERNANDEZ</dc:creator>
  <cp:lastModifiedBy>JOSE FRANCISCO AVILA HERNANDEZ</cp:lastModifiedBy>
  <cp:revision>7</cp:revision>
  <dcterms:created xsi:type="dcterms:W3CDTF">2024-08-17T03:56:20Z</dcterms:created>
  <dcterms:modified xsi:type="dcterms:W3CDTF">2024-08-17T15:11:51Z</dcterms:modified>
</cp:coreProperties>
</file>